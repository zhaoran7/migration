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180400" cy="154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00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ig1.concept"/>
          <p:cNvGrpSpPr/>
          <p:nvPr/>
        </p:nvGrpSpPr>
        <p:grpSpPr>
          <a:xfrm>
            <a:off x="126000" y="162000"/>
            <a:ext cx="5180400" cy="1548000"/>
            <a:chOff x="0" y="0"/>
            <a:chExt cx="5180400" cy="1548000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0"/>
              <a:ext cx="5180400" cy="1548000"/>
              <a:chOff x="0" y="0"/>
              <a:chExt cx="5180400" cy="1548000"/>
            </a:xfrm>
          </p:grpSpPr>
          <p:sp>
            <p:nvSpPr>
              <p:cNvPr id="4" name="rc3"/>
              <p:cNvSpPr/>
              <p:nvPr/>
            </p:nvSpPr>
            <p:spPr>
              <a:xfrm>
                <a:off x="0" y="0"/>
                <a:ext cx="5180400" cy="15480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" name="tx4"/>
              <p:cNvSpPr/>
              <p:nvPr/>
            </p:nvSpPr>
            <p:spPr>
              <a:xfrm>
                <a:off x="719177" y="90578"/>
                <a:ext cx="721644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 dirty="0">
                    <a:solidFill>
                      <a:srgbClr val="168D83">
                        <a:alpha val="100000"/>
                      </a:srgbClr>
                    </a:solidFill>
                    <a:latin typeface="Arial"/>
                    <a:cs typeface="Arial"/>
                  </a:rPr>
                  <a:t>Migration distance</a:t>
                </a:r>
                <a:r>
                  <a:rPr lang="en-US" sz="700" b="0" i="0" dirty="0">
                    <a:solidFill>
                      <a:srgbClr val="168D83">
                        <a:alpha val="100000"/>
                      </a:srgbClr>
                    </a:solidFill>
                    <a:latin typeface="Arial"/>
                    <a:cs typeface="Arial"/>
                  </a:rPr>
                  <a:t> </a:t>
                </a:r>
                <a:r>
                  <a:rPr lang="en-US" sz="700" dirty="0">
                    <a:solidFill>
                      <a:srgbClr val="168D83">
                        <a:alpha val="100000"/>
                      </a:srgbClr>
                    </a:solidFill>
                    <a:latin typeface="Arial"/>
                    <a:cs typeface="Arial"/>
                  </a:rPr>
                  <a:t>(MD)</a:t>
                </a:r>
                <a:endParaRPr sz="700" b="0" i="0" dirty="0">
                  <a:solidFill>
                    <a:srgbClr val="168D83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" name="tx5"/>
              <p:cNvSpPr/>
              <p:nvPr/>
            </p:nvSpPr>
            <p:spPr>
              <a:xfrm>
                <a:off x="3344708" y="90578"/>
                <a:ext cx="726582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252525">
                        <a:alpha val="100000"/>
                      </a:srgbClr>
                    </a:solidFill>
                    <a:latin typeface="Arial"/>
                    <a:cs typeface="Arial"/>
                  </a:rPr>
                  <a:t>Migration direction</a:t>
                </a:r>
              </a:p>
            </p:txBody>
          </p:sp>
          <p:sp>
            <p:nvSpPr>
              <p:cNvPr id="7" name="rc6"/>
              <p:cNvSpPr/>
              <p:nvPr/>
            </p:nvSpPr>
            <p:spPr>
              <a:xfrm>
                <a:off x="111600" y="295199"/>
                <a:ext cx="1922400" cy="1130400"/>
              </a:xfrm>
              <a:prstGeom prst="rect">
                <a:avLst/>
              </a:prstGeom>
              <a:solidFill>
                <a:srgbClr val="FAFCFC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g7"/>
              <p:cNvSpPr/>
              <p:nvPr/>
            </p:nvSpPr>
            <p:spPr>
              <a:xfrm>
                <a:off x="1271033" y="1287422"/>
                <a:ext cx="34125" cy="21778"/>
              </a:xfrm>
              <a:custGeom>
                <a:avLst/>
                <a:gdLst/>
                <a:ahLst/>
                <a:cxnLst/>
                <a:rect l="0" t="0" r="0" b="0"/>
                <a:pathLst>
                  <a:path w="34125" h="21778">
                    <a:moveTo>
                      <a:pt x="34125" y="9802"/>
                    </a:moveTo>
                    <a:lnTo>
                      <a:pt x="28381" y="13867"/>
                    </a:lnTo>
                    <a:lnTo>
                      <a:pt x="26567" y="18633"/>
                    </a:lnTo>
                    <a:lnTo>
                      <a:pt x="25178" y="20519"/>
                    </a:lnTo>
                    <a:lnTo>
                      <a:pt x="21383" y="21744"/>
                    </a:lnTo>
                    <a:lnTo>
                      <a:pt x="17624" y="21778"/>
                    </a:lnTo>
                    <a:lnTo>
                      <a:pt x="3296" y="12211"/>
                    </a:lnTo>
                    <a:lnTo>
                      <a:pt x="0" y="12642"/>
                    </a:lnTo>
                    <a:lnTo>
                      <a:pt x="3273" y="8261"/>
                    </a:lnTo>
                    <a:lnTo>
                      <a:pt x="12172" y="4702"/>
                    </a:lnTo>
                    <a:lnTo>
                      <a:pt x="17179" y="0"/>
                    </a:lnTo>
                    <a:lnTo>
                      <a:pt x="28733" y="4564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g8"/>
              <p:cNvSpPr/>
              <p:nvPr/>
            </p:nvSpPr>
            <p:spPr>
              <a:xfrm>
                <a:off x="1065093" y="975878"/>
                <a:ext cx="35540" cy="33571"/>
              </a:xfrm>
              <a:custGeom>
                <a:avLst/>
                <a:gdLst/>
                <a:ahLst/>
                <a:cxnLst/>
                <a:rect l="0" t="0" r="0" b="0"/>
                <a:pathLst>
                  <a:path w="35540" h="33571">
                    <a:moveTo>
                      <a:pt x="25436" y="11522"/>
                    </a:moveTo>
                    <a:lnTo>
                      <a:pt x="28308" y="13713"/>
                    </a:lnTo>
                    <a:lnTo>
                      <a:pt x="35540" y="13368"/>
                    </a:lnTo>
                    <a:lnTo>
                      <a:pt x="33147" y="18249"/>
                    </a:lnTo>
                    <a:lnTo>
                      <a:pt x="25188" y="23693"/>
                    </a:lnTo>
                    <a:lnTo>
                      <a:pt x="19827" y="29069"/>
                    </a:lnTo>
                    <a:lnTo>
                      <a:pt x="13354" y="33571"/>
                    </a:lnTo>
                    <a:lnTo>
                      <a:pt x="10214" y="28408"/>
                    </a:lnTo>
                    <a:lnTo>
                      <a:pt x="6573" y="28604"/>
                    </a:lnTo>
                    <a:lnTo>
                      <a:pt x="1004" y="18703"/>
                    </a:lnTo>
                    <a:lnTo>
                      <a:pt x="0" y="3863"/>
                    </a:lnTo>
                    <a:lnTo>
                      <a:pt x="7276" y="0"/>
                    </a:lnTo>
                    <a:lnTo>
                      <a:pt x="17327" y="241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g9"/>
              <p:cNvSpPr/>
              <p:nvPr/>
            </p:nvSpPr>
            <p:spPr>
              <a:xfrm>
                <a:off x="819911" y="761278"/>
                <a:ext cx="183317" cy="140184"/>
              </a:xfrm>
              <a:custGeom>
                <a:avLst/>
                <a:gdLst/>
                <a:ahLst/>
                <a:cxnLst/>
                <a:rect l="0" t="0" r="0" b="0"/>
                <a:pathLst>
                  <a:path w="183317" h="140184">
                    <a:moveTo>
                      <a:pt x="132072" y="135775"/>
                    </a:moveTo>
                    <a:lnTo>
                      <a:pt x="126202" y="135050"/>
                    </a:lnTo>
                    <a:lnTo>
                      <a:pt x="122089" y="137143"/>
                    </a:lnTo>
                    <a:lnTo>
                      <a:pt x="119421" y="139081"/>
                    </a:lnTo>
                    <a:lnTo>
                      <a:pt x="116837" y="138729"/>
                    </a:lnTo>
                    <a:lnTo>
                      <a:pt x="109444" y="139477"/>
                    </a:lnTo>
                    <a:lnTo>
                      <a:pt x="102476" y="139316"/>
                    </a:lnTo>
                    <a:lnTo>
                      <a:pt x="101488" y="136240"/>
                    </a:lnTo>
                    <a:lnTo>
                      <a:pt x="102676" y="126977"/>
                    </a:lnTo>
                    <a:lnTo>
                      <a:pt x="101123" y="124471"/>
                    </a:lnTo>
                    <a:lnTo>
                      <a:pt x="94470" y="123189"/>
                    </a:lnTo>
                    <a:lnTo>
                      <a:pt x="92003" y="120981"/>
                    </a:lnTo>
                    <a:lnTo>
                      <a:pt x="88181" y="114587"/>
                    </a:lnTo>
                    <a:lnTo>
                      <a:pt x="87434" y="111598"/>
                    </a:lnTo>
                    <a:lnTo>
                      <a:pt x="86886" y="107470"/>
                    </a:lnTo>
                    <a:lnTo>
                      <a:pt x="82849" y="102145"/>
                    </a:lnTo>
                    <a:lnTo>
                      <a:pt x="77943" y="98334"/>
                    </a:lnTo>
                    <a:lnTo>
                      <a:pt x="75064" y="98150"/>
                    </a:lnTo>
                    <a:lnTo>
                      <a:pt x="69321" y="104376"/>
                    </a:lnTo>
                    <a:lnTo>
                      <a:pt x="64585" y="110683"/>
                    </a:lnTo>
                    <a:lnTo>
                      <a:pt x="66265" y="113852"/>
                    </a:lnTo>
                    <a:lnTo>
                      <a:pt x="67815" y="118020"/>
                    </a:lnTo>
                    <a:lnTo>
                      <a:pt x="65238" y="121010"/>
                    </a:lnTo>
                    <a:lnTo>
                      <a:pt x="57446" y="127852"/>
                    </a:lnTo>
                    <a:lnTo>
                      <a:pt x="56228" y="130508"/>
                    </a:lnTo>
                    <a:lnTo>
                      <a:pt x="54126" y="131945"/>
                    </a:lnTo>
                    <a:lnTo>
                      <a:pt x="50408" y="130053"/>
                    </a:lnTo>
                    <a:lnTo>
                      <a:pt x="41153" y="130491"/>
                    </a:lnTo>
                    <a:lnTo>
                      <a:pt x="36896" y="129283"/>
                    </a:lnTo>
                    <a:lnTo>
                      <a:pt x="31946" y="124241"/>
                    </a:lnTo>
                    <a:lnTo>
                      <a:pt x="19870" y="120872"/>
                    </a:lnTo>
                    <a:lnTo>
                      <a:pt x="17845" y="112805"/>
                    </a:lnTo>
                    <a:lnTo>
                      <a:pt x="15516" y="111299"/>
                    </a:lnTo>
                    <a:lnTo>
                      <a:pt x="1820" y="97442"/>
                    </a:lnTo>
                    <a:lnTo>
                      <a:pt x="0" y="92820"/>
                    </a:lnTo>
                    <a:lnTo>
                      <a:pt x="1773" y="90060"/>
                    </a:lnTo>
                    <a:lnTo>
                      <a:pt x="6887" y="85880"/>
                    </a:lnTo>
                    <a:lnTo>
                      <a:pt x="24061" y="78958"/>
                    </a:lnTo>
                    <a:lnTo>
                      <a:pt x="26761" y="76169"/>
                    </a:lnTo>
                    <a:lnTo>
                      <a:pt x="27317" y="73708"/>
                    </a:lnTo>
                    <a:lnTo>
                      <a:pt x="22277" y="70897"/>
                    </a:lnTo>
                    <a:lnTo>
                      <a:pt x="17731" y="67792"/>
                    </a:lnTo>
                    <a:lnTo>
                      <a:pt x="16182" y="65757"/>
                    </a:lnTo>
                    <a:lnTo>
                      <a:pt x="16055" y="63992"/>
                    </a:lnTo>
                    <a:lnTo>
                      <a:pt x="18635" y="61692"/>
                    </a:lnTo>
                    <a:lnTo>
                      <a:pt x="23823" y="61526"/>
                    </a:lnTo>
                    <a:lnTo>
                      <a:pt x="27920" y="62566"/>
                    </a:lnTo>
                    <a:lnTo>
                      <a:pt x="31176" y="60496"/>
                    </a:lnTo>
                    <a:lnTo>
                      <a:pt x="36903" y="58415"/>
                    </a:lnTo>
                    <a:lnTo>
                      <a:pt x="40745" y="55793"/>
                    </a:lnTo>
                    <a:lnTo>
                      <a:pt x="44048" y="49026"/>
                    </a:lnTo>
                    <a:lnTo>
                      <a:pt x="47539" y="42943"/>
                    </a:lnTo>
                    <a:lnTo>
                      <a:pt x="47901" y="39642"/>
                    </a:lnTo>
                    <a:lnTo>
                      <a:pt x="50956" y="28080"/>
                    </a:lnTo>
                    <a:lnTo>
                      <a:pt x="52637" y="25211"/>
                    </a:lnTo>
                    <a:lnTo>
                      <a:pt x="63484" y="17639"/>
                    </a:lnTo>
                    <a:lnTo>
                      <a:pt x="66228" y="21773"/>
                    </a:lnTo>
                    <a:lnTo>
                      <a:pt x="71573" y="22785"/>
                    </a:lnTo>
                    <a:lnTo>
                      <a:pt x="76363" y="18979"/>
                    </a:lnTo>
                    <a:lnTo>
                      <a:pt x="82093" y="6980"/>
                    </a:lnTo>
                    <a:lnTo>
                      <a:pt x="86082" y="6226"/>
                    </a:lnTo>
                    <a:lnTo>
                      <a:pt x="90477" y="7198"/>
                    </a:lnTo>
                    <a:lnTo>
                      <a:pt x="99115" y="5692"/>
                    </a:lnTo>
                    <a:lnTo>
                      <a:pt x="114454" y="92"/>
                    </a:lnTo>
                    <a:lnTo>
                      <a:pt x="121292" y="0"/>
                    </a:lnTo>
                    <a:lnTo>
                      <a:pt x="130961" y="2938"/>
                    </a:lnTo>
                    <a:lnTo>
                      <a:pt x="138164" y="2874"/>
                    </a:lnTo>
                    <a:lnTo>
                      <a:pt x="144563" y="11453"/>
                    </a:lnTo>
                    <a:lnTo>
                      <a:pt x="147994" y="24976"/>
                    </a:lnTo>
                    <a:lnTo>
                      <a:pt x="155983" y="38338"/>
                    </a:lnTo>
                    <a:lnTo>
                      <a:pt x="166425" y="49963"/>
                    </a:lnTo>
                    <a:lnTo>
                      <a:pt x="166844" y="57075"/>
                    </a:lnTo>
                    <a:lnTo>
                      <a:pt x="163112" y="60893"/>
                    </a:lnTo>
                    <a:lnTo>
                      <a:pt x="155303" y="65636"/>
                    </a:lnTo>
                    <a:lnTo>
                      <a:pt x="155337" y="70707"/>
                    </a:lnTo>
                    <a:lnTo>
                      <a:pt x="160488" y="68148"/>
                    </a:lnTo>
                    <a:lnTo>
                      <a:pt x="164932" y="66970"/>
                    </a:lnTo>
                    <a:lnTo>
                      <a:pt x="175633" y="68102"/>
                    </a:lnTo>
                    <a:lnTo>
                      <a:pt x="179374" y="73260"/>
                    </a:lnTo>
                    <a:lnTo>
                      <a:pt x="181962" y="80981"/>
                    </a:lnTo>
                    <a:lnTo>
                      <a:pt x="183317" y="87323"/>
                    </a:lnTo>
                    <a:lnTo>
                      <a:pt x="182393" y="94217"/>
                    </a:lnTo>
                    <a:lnTo>
                      <a:pt x="179515" y="92032"/>
                    </a:lnTo>
                    <a:lnTo>
                      <a:pt x="176590" y="85863"/>
                    </a:lnTo>
                    <a:lnTo>
                      <a:pt x="173340" y="83023"/>
                    </a:lnTo>
                    <a:lnTo>
                      <a:pt x="169561" y="81488"/>
                    </a:lnTo>
                    <a:lnTo>
                      <a:pt x="171275" y="89951"/>
                    </a:lnTo>
                    <a:lnTo>
                      <a:pt x="170599" y="101272"/>
                    </a:lnTo>
                    <a:lnTo>
                      <a:pt x="172249" y="102341"/>
                    </a:lnTo>
                    <a:lnTo>
                      <a:pt x="177326" y="102536"/>
                    </a:lnTo>
                    <a:lnTo>
                      <a:pt x="173969" y="114127"/>
                    </a:lnTo>
                    <a:lnTo>
                      <a:pt x="167028" y="117272"/>
                    </a:lnTo>
                    <a:lnTo>
                      <a:pt x="158931" y="118451"/>
                    </a:lnTo>
                    <a:lnTo>
                      <a:pt x="156980" y="122556"/>
                    </a:lnTo>
                    <a:lnTo>
                      <a:pt x="155511" y="127846"/>
                    </a:lnTo>
                    <a:lnTo>
                      <a:pt x="151284" y="135734"/>
                    </a:lnTo>
                    <a:lnTo>
                      <a:pt x="145711" y="140184"/>
                    </a:lnTo>
                    <a:lnTo>
                      <a:pt x="138823" y="139287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g10"/>
              <p:cNvSpPr/>
              <p:nvPr/>
            </p:nvSpPr>
            <p:spPr>
              <a:xfrm>
                <a:off x="1008557" y="705330"/>
                <a:ext cx="20422" cy="31656"/>
              </a:xfrm>
              <a:custGeom>
                <a:avLst/>
                <a:gdLst/>
                <a:ahLst/>
                <a:cxnLst/>
                <a:rect l="0" t="0" r="0" b="0"/>
                <a:pathLst>
                  <a:path w="20422" h="31656">
                    <a:moveTo>
                      <a:pt x="19689" y="31570"/>
                    </a:moveTo>
                    <a:lnTo>
                      <a:pt x="11048" y="31656"/>
                    </a:lnTo>
                    <a:lnTo>
                      <a:pt x="7925" y="30639"/>
                    </a:lnTo>
                    <a:lnTo>
                      <a:pt x="4193" y="27775"/>
                    </a:lnTo>
                    <a:lnTo>
                      <a:pt x="0" y="11608"/>
                    </a:lnTo>
                    <a:lnTo>
                      <a:pt x="1499" y="5887"/>
                    </a:lnTo>
                    <a:lnTo>
                      <a:pt x="3219" y="3087"/>
                    </a:lnTo>
                    <a:lnTo>
                      <a:pt x="5110" y="913"/>
                    </a:lnTo>
                    <a:lnTo>
                      <a:pt x="9669" y="0"/>
                    </a:lnTo>
                    <a:lnTo>
                      <a:pt x="14204" y="3058"/>
                    </a:lnTo>
                    <a:lnTo>
                      <a:pt x="15921" y="5904"/>
                    </a:lnTo>
                    <a:lnTo>
                      <a:pt x="19720" y="16834"/>
                    </a:lnTo>
                    <a:lnTo>
                      <a:pt x="20422" y="26211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g11"/>
              <p:cNvSpPr/>
              <p:nvPr/>
            </p:nvSpPr>
            <p:spPr>
              <a:xfrm>
                <a:off x="932953" y="680175"/>
                <a:ext cx="30182" cy="38108"/>
              </a:xfrm>
              <a:custGeom>
                <a:avLst/>
                <a:gdLst/>
                <a:ahLst/>
                <a:cxnLst/>
                <a:rect l="0" t="0" r="0" b="0"/>
                <a:pathLst>
                  <a:path w="30182" h="38108">
                    <a:moveTo>
                      <a:pt x="25138" y="0"/>
                    </a:moveTo>
                    <a:lnTo>
                      <a:pt x="27612" y="15121"/>
                    </a:lnTo>
                    <a:lnTo>
                      <a:pt x="30025" y="24498"/>
                    </a:lnTo>
                    <a:lnTo>
                      <a:pt x="30182" y="27701"/>
                    </a:lnTo>
                    <a:lnTo>
                      <a:pt x="27916" y="32151"/>
                    </a:lnTo>
                    <a:lnTo>
                      <a:pt x="16620" y="38073"/>
                    </a:lnTo>
                    <a:lnTo>
                      <a:pt x="13063" y="38108"/>
                    </a:lnTo>
                    <a:lnTo>
                      <a:pt x="12915" y="36670"/>
                    </a:lnTo>
                    <a:lnTo>
                      <a:pt x="15466" y="30644"/>
                    </a:lnTo>
                    <a:lnTo>
                      <a:pt x="13270" y="23808"/>
                    </a:lnTo>
                    <a:lnTo>
                      <a:pt x="14341" y="18611"/>
                    </a:lnTo>
                    <a:lnTo>
                      <a:pt x="13290" y="17657"/>
                    </a:lnTo>
                    <a:lnTo>
                      <a:pt x="11088" y="18393"/>
                    </a:lnTo>
                    <a:lnTo>
                      <a:pt x="2995" y="26648"/>
                    </a:lnTo>
                    <a:lnTo>
                      <a:pt x="294" y="27465"/>
                    </a:lnTo>
                    <a:lnTo>
                      <a:pt x="0" y="25787"/>
                    </a:lnTo>
                    <a:lnTo>
                      <a:pt x="2001" y="19025"/>
                    </a:lnTo>
                    <a:lnTo>
                      <a:pt x="2249" y="14402"/>
                    </a:lnTo>
                    <a:lnTo>
                      <a:pt x="3454" y="11562"/>
                    </a:lnTo>
                    <a:lnTo>
                      <a:pt x="5652" y="8940"/>
                    </a:lnTo>
                    <a:lnTo>
                      <a:pt x="8273" y="6974"/>
                    </a:lnTo>
                    <a:lnTo>
                      <a:pt x="10385" y="6692"/>
                    </a:lnTo>
                    <a:lnTo>
                      <a:pt x="12637" y="8722"/>
                    </a:lnTo>
                    <a:lnTo>
                      <a:pt x="19191" y="3058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g12"/>
              <p:cNvSpPr/>
              <p:nvPr/>
            </p:nvSpPr>
            <p:spPr>
              <a:xfrm>
                <a:off x="961995" y="657833"/>
                <a:ext cx="23773" cy="37268"/>
              </a:xfrm>
              <a:custGeom>
                <a:avLst/>
                <a:gdLst/>
                <a:ahLst/>
                <a:cxnLst/>
                <a:rect l="0" t="0" r="0" b="0"/>
                <a:pathLst>
                  <a:path w="23773" h="37268">
                    <a:moveTo>
                      <a:pt x="6985" y="36003"/>
                    </a:moveTo>
                    <a:lnTo>
                      <a:pt x="5555" y="37268"/>
                    </a:lnTo>
                    <a:lnTo>
                      <a:pt x="2085" y="36917"/>
                    </a:lnTo>
                    <a:lnTo>
                      <a:pt x="796" y="35020"/>
                    </a:lnTo>
                    <a:lnTo>
                      <a:pt x="86" y="32105"/>
                    </a:lnTo>
                    <a:lnTo>
                      <a:pt x="0" y="26752"/>
                    </a:lnTo>
                    <a:lnTo>
                      <a:pt x="2101" y="22923"/>
                    </a:lnTo>
                    <a:lnTo>
                      <a:pt x="10981" y="17139"/>
                    </a:lnTo>
                    <a:lnTo>
                      <a:pt x="6968" y="15086"/>
                    </a:lnTo>
                    <a:lnTo>
                      <a:pt x="6807" y="13643"/>
                    </a:lnTo>
                    <a:lnTo>
                      <a:pt x="9110" y="8836"/>
                    </a:lnTo>
                    <a:lnTo>
                      <a:pt x="18669" y="1356"/>
                    </a:lnTo>
                    <a:lnTo>
                      <a:pt x="21229" y="0"/>
                    </a:lnTo>
                    <a:lnTo>
                      <a:pt x="23773" y="206"/>
                    </a:lnTo>
                    <a:lnTo>
                      <a:pt x="18833" y="13505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g13"/>
              <p:cNvSpPr/>
              <p:nvPr/>
            </p:nvSpPr>
            <p:spPr>
              <a:xfrm>
                <a:off x="944594" y="595479"/>
                <a:ext cx="38727" cy="42523"/>
              </a:xfrm>
              <a:custGeom>
                <a:avLst/>
                <a:gdLst/>
                <a:ahLst/>
                <a:cxnLst/>
                <a:rect l="0" t="0" r="0" b="0"/>
                <a:pathLst>
                  <a:path w="38727" h="42523">
                    <a:moveTo>
                      <a:pt x="37559" y="35974"/>
                    </a:moveTo>
                    <a:lnTo>
                      <a:pt x="10258" y="42523"/>
                    </a:lnTo>
                    <a:lnTo>
                      <a:pt x="850" y="41942"/>
                    </a:lnTo>
                    <a:lnTo>
                      <a:pt x="0" y="38728"/>
                    </a:lnTo>
                    <a:lnTo>
                      <a:pt x="1874" y="36583"/>
                    </a:lnTo>
                    <a:lnTo>
                      <a:pt x="9662" y="34497"/>
                    </a:lnTo>
                    <a:lnTo>
                      <a:pt x="12815" y="18749"/>
                    </a:lnTo>
                    <a:lnTo>
                      <a:pt x="1040" y="11504"/>
                    </a:lnTo>
                    <a:lnTo>
                      <a:pt x="421" y="9469"/>
                    </a:lnTo>
                    <a:lnTo>
                      <a:pt x="1342" y="6014"/>
                    </a:lnTo>
                    <a:lnTo>
                      <a:pt x="2707" y="4472"/>
                    </a:lnTo>
                    <a:lnTo>
                      <a:pt x="9853" y="810"/>
                    </a:lnTo>
                    <a:lnTo>
                      <a:pt x="12855" y="0"/>
                    </a:lnTo>
                    <a:lnTo>
                      <a:pt x="15292" y="494"/>
                    </a:lnTo>
                    <a:lnTo>
                      <a:pt x="20305" y="4714"/>
                    </a:lnTo>
                    <a:lnTo>
                      <a:pt x="25988" y="13580"/>
                    </a:lnTo>
                    <a:lnTo>
                      <a:pt x="33572" y="14989"/>
                    </a:lnTo>
                    <a:lnTo>
                      <a:pt x="38727" y="18743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g14"/>
              <p:cNvSpPr/>
              <p:nvPr/>
            </p:nvSpPr>
            <p:spPr>
              <a:xfrm>
                <a:off x="921102" y="592829"/>
                <a:ext cx="12671" cy="10941"/>
              </a:xfrm>
              <a:custGeom>
                <a:avLst/>
                <a:gdLst/>
                <a:ahLst/>
                <a:cxnLst/>
                <a:rect l="0" t="0" r="0" b="0"/>
                <a:pathLst>
                  <a:path w="12671" h="10941">
                    <a:moveTo>
                      <a:pt x="4176" y="10285"/>
                    </a:moveTo>
                    <a:lnTo>
                      <a:pt x="281" y="10941"/>
                    </a:lnTo>
                    <a:lnTo>
                      <a:pt x="0" y="9273"/>
                    </a:lnTo>
                    <a:lnTo>
                      <a:pt x="6760" y="1310"/>
                    </a:lnTo>
                    <a:lnTo>
                      <a:pt x="11138" y="0"/>
                    </a:lnTo>
                    <a:lnTo>
                      <a:pt x="12671" y="776"/>
                    </a:lnTo>
                    <a:lnTo>
                      <a:pt x="9491" y="5387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g15"/>
              <p:cNvSpPr/>
              <p:nvPr/>
            </p:nvSpPr>
            <p:spPr>
              <a:xfrm>
                <a:off x="861165" y="552019"/>
                <a:ext cx="9873" cy="7922"/>
              </a:xfrm>
              <a:custGeom>
                <a:avLst/>
                <a:gdLst/>
                <a:ahLst/>
                <a:cxnLst/>
                <a:rect l="0" t="0" r="0" b="0"/>
                <a:pathLst>
                  <a:path w="9873" h="7922">
                    <a:moveTo>
                      <a:pt x="8641" y="6301"/>
                    </a:moveTo>
                    <a:lnTo>
                      <a:pt x="2617" y="7922"/>
                    </a:lnTo>
                    <a:lnTo>
                      <a:pt x="381" y="6973"/>
                    </a:lnTo>
                    <a:lnTo>
                      <a:pt x="0" y="5484"/>
                    </a:lnTo>
                    <a:lnTo>
                      <a:pt x="1372" y="1431"/>
                    </a:lnTo>
                    <a:lnTo>
                      <a:pt x="5997" y="0"/>
                    </a:lnTo>
                    <a:lnTo>
                      <a:pt x="9341" y="2196"/>
                    </a:lnTo>
                    <a:lnTo>
                      <a:pt x="9873" y="4191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g16"/>
              <p:cNvSpPr/>
              <p:nvPr/>
            </p:nvSpPr>
            <p:spPr>
              <a:xfrm>
                <a:off x="937274" y="548299"/>
                <a:ext cx="11794" cy="11625"/>
              </a:xfrm>
              <a:custGeom>
                <a:avLst/>
                <a:gdLst/>
                <a:ahLst/>
                <a:cxnLst/>
                <a:rect l="0" t="0" r="0" b="0"/>
                <a:pathLst>
                  <a:path w="11794" h="11625">
                    <a:moveTo>
                      <a:pt x="10526" y="10107"/>
                    </a:moveTo>
                    <a:lnTo>
                      <a:pt x="8491" y="11625"/>
                    </a:lnTo>
                    <a:lnTo>
                      <a:pt x="5920" y="11332"/>
                    </a:lnTo>
                    <a:lnTo>
                      <a:pt x="3373" y="9377"/>
                    </a:lnTo>
                    <a:lnTo>
                      <a:pt x="0" y="3840"/>
                    </a:lnTo>
                    <a:lnTo>
                      <a:pt x="7557" y="0"/>
                    </a:lnTo>
                    <a:lnTo>
                      <a:pt x="10582" y="2253"/>
                    </a:lnTo>
                    <a:lnTo>
                      <a:pt x="11744" y="4829"/>
                    </a:lnTo>
                    <a:lnTo>
                      <a:pt x="11794" y="7686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g17"/>
              <p:cNvSpPr/>
              <p:nvPr/>
            </p:nvSpPr>
            <p:spPr>
              <a:xfrm>
                <a:off x="869432" y="509070"/>
                <a:ext cx="11981" cy="32254"/>
              </a:xfrm>
              <a:custGeom>
                <a:avLst/>
                <a:gdLst/>
                <a:ahLst/>
                <a:cxnLst/>
                <a:rect l="0" t="0" r="0" b="0"/>
                <a:pathLst>
                  <a:path w="11981" h="32254">
                    <a:moveTo>
                      <a:pt x="11824" y="31598"/>
                    </a:moveTo>
                    <a:lnTo>
                      <a:pt x="8932" y="32254"/>
                    </a:lnTo>
                    <a:lnTo>
                      <a:pt x="5137" y="31621"/>
                    </a:lnTo>
                    <a:lnTo>
                      <a:pt x="2801" y="29793"/>
                    </a:lnTo>
                    <a:lnTo>
                      <a:pt x="441" y="22555"/>
                    </a:lnTo>
                    <a:lnTo>
                      <a:pt x="0" y="18173"/>
                    </a:lnTo>
                    <a:lnTo>
                      <a:pt x="1050" y="10032"/>
                    </a:lnTo>
                    <a:lnTo>
                      <a:pt x="809" y="304"/>
                    </a:lnTo>
                    <a:lnTo>
                      <a:pt x="8635" y="0"/>
                    </a:lnTo>
                    <a:lnTo>
                      <a:pt x="10639" y="1402"/>
                    </a:lnTo>
                    <a:lnTo>
                      <a:pt x="11981" y="30299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g18"/>
              <p:cNvSpPr/>
              <p:nvPr/>
            </p:nvSpPr>
            <p:spPr>
              <a:xfrm>
                <a:off x="914756" y="475125"/>
                <a:ext cx="74884" cy="73892"/>
              </a:xfrm>
              <a:custGeom>
                <a:avLst/>
                <a:gdLst/>
                <a:ahLst/>
                <a:cxnLst/>
                <a:rect l="0" t="0" r="0" b="0"/>
                <a:pathLst>
                  <a:path w="74884" h="73892">
                    <a:moveTo>
                      <a:pt x="42251" y="19663"/>
                    </a:moveTo>
                    <a:lnTo>
                      <a:pt x="42154" y="24867"/>
                    </a:lnTo>
                    <a:lnTo>
                      <a:pt x="40946" y="30984"/>
                    </a:lnTo>
                    <a:lnTo>
                      <a:pt x="42519" y="37480"/>
                    </a:lnTo>
                    <a:lnTo>
                      <a:pt x="42880" y="42121"/>
                    </a:lnTo>
                    <a:lnTo>
                      <a:pt x="45769" y="43598"/>
                    </a:lnTo>
                    <a:lnTo>
                      <a:pt x="47536" y="45737"/>
                    </a:lnTo>
                    <a:lnTo>
                      <a:pt x="60378" y="48129"/>
                    </a:lnTo>
                    <a:lnTo>
                      <a:pt x="72323" y="47456"/>
                    </a:lnTo>
                    <a:lnTo>
                      <a:pt x="74623" y="49371"/>
                    </a:lnTo>
                    <a:lnTo>
                      <a:pt x="74884" y="52407"/>
                    </a:lnTo>
                    <a:lnTo>
                      <a:pt x="72996" y="55758"/>
                    </a:lnTo>
                    <a:lnTo>
                      <a:pt x="66195" y="61870"/>
                    </a:lnTo>
                    <a:lnTo>
                      <a:pt x="58082" y="71748"/>
                    </a:lnTo>
                    <a:lnTo>
                      <a:pt x="55662" y="73806"/>
                    </a:lnTo>
                    <a:lnTo>
                      <a:pt x="53042" y="73892"/>
                    </a:lnTo>
                    <a:lnTo>
                      <a:pt x="51161" y="73007"/>
                    </a:lnTo>
                    <a:lnTo>
                      <a:pt x="49815" y="55431"/>
                    </a:lnTo>
                    <a:lnTo>
                      <a:pt x="41016" y="57679"/>
                    </a:lnTo>
                    <a:lnTo>
                      <a:pt x="33931" y="57420"/>
                    </a:lnTo>
                    <a:lnTo>
                      <a:pt x="30052" y="55282"/>
                    </a:lnTo>
                    <a:lnTo>
                      <a:pt x="27330" y="51159"/>
                    </a:lnTo>
                    <a:lnTo>
                      <a:pt x="21845" y="40562"/>
                    </a:lnTo>
                    <a:lnTo>
                      <a:pt x="5873" y="36394"/>
                    </a:lnTo>
                    <a:lnTo>
                      <a:pt x="1358" y="30558"/>
                    </a:lnTo>
                    <a:lnTo>
                      <a:pt x="0" y="27034"/>
                    </a:lnTo>
                    <a:lnTo>
                      <a:pt x="575" y="25085"/>
                    </a:lnTo>
                    <a:lnTo>
                      <a:pt x="3902" y="20749"/>
                    </a:lnTo>
                    <a:lnTo>
                      <a:pt x="8066" y="22296"/>
                    </a:lnTo>
                    <a:lnTo>
                      <a:pt x="10643" y="21348"/>
                    </a:lnTo>
                    <a:lnTo>
                      <a:pt x="12209" y="19410"/>
                    </a:lnTo>
                    <a:lnTo>
                      <a:pt x="12176" y="17817"/>
                    </a:lnTo>
                    <a:lnTo>
                      <a:pt x="9997" y="14040"/>
                    </a:lnTo>
                    <a:lnTo>
                      <a:pt x="9893" y="12867"/>
                    </a:lnTo>
                    <a:lnTo>
                      <a:pt x="26226" y="8083"/>
                    </a:lnTo>
                    <a:lnTo>
                      <a:pt x="27655" y="609"/>
                    </a:lnTo>
                    <a:lnTo>
                      <a:pt x="31200" y="0"/>
                    </a:lnTo>
                    <a:lnTo>
                      <a:pt x="35246" y="2443"/>
                    </a:lnTo>
                    <a:lnTo>
                      <a:pt x="40788" y="10205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g19"/>
              <p:cNvSpPr/>
              <p:nvPr/>
            </p:nvSpPr>
            <p:spPr>
              <a:xfrm>
                <a:off x="863040" y="473830"/>
                <a:ext cx="28984" cy="17623"/>
              </a:xfrm>
              <a:custGeom>
                <a:avLst/>
                <a:gdLst/>
                <a:ahLst/>
                <a:cxnLst/>
                <a:rect l="0" t="0" r="0" b="0"/>
                <a:pathLst>
                  <a:path w="28984" h="17623">
                    <a:moveTo>
                      <a:pt x="21252" y="0"/>
                    </a:moveTo>
                    <a:lnTo>
                      <a:pt x="28984" y="6629"/>
                    </a:lnTo>
                    <a:lnTo>
                      <a:pt x="22825" y="17623"/>
                    </a:lnTo>
                    <a:lnTo>
                      <a:pt x="13370" y="17570"/>
                    </a:lnTo>
                    <a:lnTo>
                      <a:pt x="60" y="9538"/>
                    </a:lnTo>
                    <a:lnTo>
                      <a:pt x="0" y="7900"/>
                    </a:lnTo>
                    <a:lnTo>
                      <a:pt x="1111" y="5491"/>
                    </a:lnTo>
                    <a:lnTo>
                      <a:pt x="3105" y="3582"/>
                    </a:lnTo>
                    <a:lnTo>
                      <a:pt x="5181" y="3128"/>
                    </a:lnTo>
                    <a:lnTo>
                      <a:pt x="8481" y="4445"/>
                    </a:lnTo>
                    <a:lnTo>
                      <a:pt x="13076" y="2334"/>
                    </a:lnTo>
                    <a:lnTo>
                      <a:pt x="16754" y="3001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g20"/>
              <p:cNvSpPr/>
              <p:nvPr/>
            </p:nvSpPr>
            <p:spPr>
              <a:xfrm>
                <a:off x="891830" y="377291"/>
                <a:ext cx="61784" cy="88645"/>
              </a:xfrm>
              <a:custGeom>
                <a:avLst/>
                <a:gdLst/>
                <a:ahLst/>
                <a:cxnLst/>
                <a:rect l="0" t="0" r="0" b="0"/>
                <a:pathLst>
                  <a:path w="61784" h="88645">
                    <a:moveTo>
                      <a:pt x="61479" y="16431"/>
                    </a:moveTo>
                    <a:lnTo>
                      <a:pt x="52764" y="36968"/>
                    </a:lnTo>
                    <a:lnTo>
                      <a:pt x="49353" y="37475"/>
                    </a:lnTo>
                    <a:lnTo>
                      <a:pt x="46358" y="42609"/>
                    </a:lnTo>
                    <a:lnTo>
                      <a:pt x="37083" y="48272"/>
                    </a:lnTo>
                    <a:lnTo>
                      <a:pt x="45176" y="48387"/>
                    </a:lnTo>
                    <a:lnTo>
                      <a:pt x="47449" y="50274"/>
                    </a:lnTo>
                    <a:lnTo>
                      <a:pt x="47512" y="54338"/>
                    </a:lnTo>
                    <a:lnTo>
                      <a:pt x="45953" y="56701"/>
                    </a:lnTo>
                    <a:lnTo>
                      <a:pt x="35470" y="66113"/>
                    </a:lnTo>
                    <a:lnTo>
                      <a:pt x="28261" y="69683"/>
                    </a:lnTo>
                    <a:lnTo>
                      <a:pt x="20496" y="79515"/>
                    </a:lnTo>
                    <a:lnTo>
                      <a:pt x="16577" y="79636"/>
                    </a:lnTo>
                    <a:lnTo>
                      <a:pt x="12698" y="85891"/>
                    </a:lnTo>
                    <a:lnTo>
                      <a:pt x="9505" y="88639"/>
                    </a:lnTo>
                    <a:lnTo>
                      <a:pt x="7711" y="88645"/>
                    </a:lnTo>
                    <a:lnTo>
                      <a:pt x="5649" y="87260"/>
                    </a:lnTo>
                    <a:lnTo>
                      <a:pt x="833" y="81137"/>
                    </a:lnTo>
                    <a:lnTo>
                      <a:pt x="9572" y="75117"/>
                    </a:lnTo>
                    <a:lnTo>
                      <a:pt x="10382" y="71730"/>
                    </a:lnTo>
                    <a:lnTo>
                      <a:pt x="16366" y="68212"/>
                    </a:lnTo>
                    <a:lnTo>
                      <a:pt x="15864" y="67114"/>
                    </a:lnTo>
                    <a:lnTo>
                      <a:pt x="6379" y="62163"/>
                    </a:lnTo>
                    <a:lnTo>
                      <a:pt x="2640" y="58834"/>
                    </a:lnTo>
                    <a:lnTo>
                      <a:pt x="2995" y="57092"/>
                    </a:lnTo>
                    <a:lnTo>
                      <a:pt x="7560" y="53263"/>
                    </a:lnTo>
                    <a:lnTo>
                      <a:pt x="5395" y="52757"/>
                    </a:lnTo>
                    <a:lnTo>
                      <a:pt x="3932" y="50692"/>
                    </a:lnTo>
                    <a:lnTo>
                      <a:pt x="1281" y="49905"/>
                    </a:lnTo>
                    <a:lnTo>
                      <a:pt x="488" y="47979"/>
                    </a:lnTo>
                    <a:lnTo>
                      <a:pt x="0" y="42925"/>
                    </a:lnTo>
                    <a:lnTo>
                      <a:pt x="709" y="37756"/>
                    </a:lnTo>
                    <a:lnTo>
                      <a:pt x="3474" y="35474"/>
                    </a:lnTo>
                    <a:lnTo>
                      <a:pt x="4605" y="33030"/>
                    </a:lnTo>
                    <a:lnTo>
                      <a:pt x="5726" y="32278"/>
                    </a:lnTo>
                    <a:lnTo>
                      <a:pt x="10010" y="33576"/>
                    </a:lnTo>
                    <a:lnTo>
                      <a:pt x="14351" y="37710"/>
                    </a:lnTo>
                    <a:lnTo>
                      <a:pt x="19418" y="36118"/>
                    </a:lnTo>
                    <a:lnTo>
                      <a:pt x="25302" y="36905"/>
                    </a:lnTo>
                    <a:lnTo>
                      <a:pt x="25423" y="35946"/>
                    </a:lnTo>
                    <a:lnTo>
                      <a:pt x="21102" y="25780"/>
                    </a:lnTo>
                    <a:lnTo>
                      <a:pt x="21875" y="23705"/>
                    </a:lnTo>
                    <a:lnTo>
                      <a:pt x="24218" y="21336"/>
                    </a:lnTo>
                    <a:lnTo>
                      <a:pt x="37796" y="14092"/>
                    </a:lnTo>
                    <a:lnTo>
                      <a:pt x="54728" y="1908"/>
                    </a:lnTo>
                    <a:lnTo>
                      <a:pt x="58822" y="0"/>
                    </a:lnTo>
                    <a:lnTo>
                      <a:pt x="60057" y="1661"/>
                    </a:lnTo>
                    <a:lnTo>
                      <a:pt x="61784" y="7974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g21"/>
              <p:cNvSpPr/>
              <p:nvPr/>
            </p:nvSpPr>
            <p:spPr>
              <a:xfrm>
                <a:off x="957764" y="359962"/>
                <a:ext cx="540153" cy="1016019"/>
              </a:xfrm>
              <a:custGeom>
                <a:avLst/>
                <a:gdLst/>
                <a:ahLst/>
                <a:cxnLst/>
                <a:rect l="0" t="0" r="0" b="0"/>
                <a:pathLst>
                  <a:path w="540153" h="1016019">
                    <a:moveTo>
                      <a:pt x="207281" y="15839"/>
                    </a:moveTo>
                    <a:lnTo>
                      <a:pt x="207867" y="25470"/>
                    </a:lnTo>
                    <a:lnTo>
                      <a:pt x="207060" y="28390"/>
                    </a:lnTo>
                    <a:lnTo>
                      <a:pt x="205424" y="31990"/>
                    </a:lnTo>
                    <a:lnTo>
                      <a:pt x="200243" y="38711"/>
                    </a:lnTo>
                    <a:lnTo>
                      <a:pt x="186627" y="48318"/>
                    </a:lnTo>
                    <a:lnTo>
                      <a:pt x="161676" y="70402"/>
                    </a:lnTo>
                    <a:lnTo>
                      <a:pt x="146936" y="81361"/>
                    </a:lnTo>
                    <a:lnTo>
                      <a:pt x="144908" y="86633"/>
                    </a:lnTo>
                    <a:lnTo>
                      <a:pt x="143813" y="93964"/>
                    </a:lnTo>
                    <a:lnTo>
                      <a:pt x="152639" y="95419"/>
                    </a:lnTo>
                    <a:lnTo>
                      <a:pt x="156046" y="97902"/>
                    </a:lnTo>
                    <a:lnTo>
                      <a:pt x="153935" y="101628"/>
                    </a:lnTo>
                    <a:lnTo>
                      <a:pt x="140878" y="114565"/>
                    </a:lnTo>
                    <a:lnTo>
                      <a:pt x="137033" y="126259"/>
                    </a:lnTo>
                    <a:lnTo>
                      <a:pt x="147043" y="125846"/>
                    </a:lnTo>
                    <a:lnTo>
                      <a:pt x="155290" y="123596"/>
                    </a:lnTo>
                    <a:lnTo>
                      <a:pt x="171737" y="116307"/>
                    </a:lnTo>
                    <a:lnTo>
                      <a:pt x="187190" y="110890"/>
                    </a:lnTo>
                    <a:lnTo>
                      <a:pt x="194610" y="110667"/>
                    </a:lnTo>
                    <a:lnTo>
                      <a:pt x="209045" y="114984"/>
                    </a:lnTo>
                    <a:lnTo>
                      <a:pt x="212328" y="115122"/>
                    </a:lnTo>
                    <a:lnTo>
                      <a:pt x="218453" y="113127"/>
                    </a:lnTo>
                    <a:lnTo>
                      <a:pt x="224648" y="112770"/>
                    </a:lnTo>
                    <a:lnTo>
                      <a:pt x="266609" y="114116"/>
                    </a:lnTo>
                    <a:lnTo>
                      <a:pt x="278266" y="111580"/>
                    </a:lnTo>
                    <a:lnTo>
                      <a:pt x="285981" y="114611"/>
                    </a:lnTo>
                    <a:lnTo>
                      <a:pt x="292434" y="122183"/>
                    </a:lnTo>
                    <a:lnTo>
                      <a:pt x="298565" y="136148"/>
                    </a:lnTo>
                    <a:lnTo>
                      <a:pt x="298378" y="138471"/>
                    </a:lnTo>
                    <a:lnTo>
                      <a:pt x="294673" y="144836"/>
                    </a:lnTo>
                    <a:lnTo>
                      <a:pt x="287835" y="152816"/>
                    </a:lnTo>
                    <a:lnTo>
                      <a:pt x="281951" y="163804"/>
                    </a:lnTo>
                    <a:lnTo>
                      <a:pt x="280224" y="169731"/>
                    </a:lnTo>
                    <a:lnTo>
                      <a:pt x="279069" y="176217"/>
                    </a:lnTo>
                    <a:lnTo>
                      <a:pt x="277205" y="182213"/>
                    </a:lnTo>
                    <a:lnTo>
                      <a:pt x="265504" y="210380"/>
                    </a:lnTo>
                    <a:lnTo>
                      <a:pt x="254098" y="225996"/>
                    </a:lnTo>
                    <a:lnTo>
                      <a:pt x="249004" y="237081"/>
                    </a:lnTo>
                    <a:lnTo>
                      <a:pt x="242718" y="245912"/>
                    </a:lnTo>
                    <a:lnTo>
                      <a:pt x="236667" y="251466"/>
                    </a:lnTo>
                    <a:lnTo>
                      <a:pt x="230208" y="255169"/>
                    </a:lnTo>
                    <a:lnTo>
                      <a:pt x="211548" y="259125"/>
                    </a:lnTo>
                    <a:lnTo>
                      <a:pt x="206327" y="261959"/>
                    </a:lnTo>
                    <a:lnTo>
                      <a:pt x="200099" y="266829"/>
                    </a:lnTo>
                    <a:lnTo>
                      <a:pt x="193552" y="269238"/>
                    </a:lnTo>
                    <a:lnTo>
                      <a:pt x="201227" y="268933"/>
                    </a:lnTo>
                    <a:lnTo>
                      <a:pt x="208834" y="266225"/>
                    </a:lnTo>
                    <a:lnTo>
                      <a:pt x="222670" y="265230"/>
                    </a:lnTo>
                    <a:lnTo>
                      <a:pt x="238602" y="274562"/>
                    </a:lnTo>
                    <a:lnTo>
                      <a:pt x="237126" y="282197"/>
                    </a:lnTo>
                    <a:lnTo>
                      <a:pt x="230730" y="288234"/>
                    </a:lnTo>
                    <a:lnTo>
                      <a:pt x="216184" y="289183"/>
                    </a:lnTo>
                    <a:lnTo>
                      <a:pt x="202582" y="302603"/>
                    </a:lnTo>
                    <a:lnTo>
                      <a:pt x="196444" y="306730"/>
                    </a:lnTo>
                    <a:lnTo>
                      <a:pt x="189967" y="308783"/>
                    </a:lnTo>
                    <a:lnTo>
                      <a:pt x="181868" y="308173"/>
                    </a:lnTo>
                    <a:lnTo>
                      <a:pt x="167152" y="304580"/>
                    </a:lnTo>
                    <a:lnTo>
                      <a:pt x="160712" y="300826"/>
                    </a:lnTo>
                    <a:lnTo>
                      <a:pt x="166532" y="306955"/>
                    </a:lnTo>
                    <a:lnTo>
                      <a:pt x="173136" y="310151"/>
                    </a:lnTo>
                    <a:lnTo>
                      <a:pt x="211458" y="317695"/>
                    </a:lnTo>
                    <a:lnTo>
                      <a:pt x="213764" y="316913"/>
                    </a:lnTo>
                    <a:lnTo>
                      <a:pt x="225980" y="308944"/>
                    </a:lnTo>
                    <a:lnTo>
                      <a:pt x="242263" y="308823"/>
                    </a:lnTo>
                    <a:lnTo>
                      <a:pt x="273262" y="323462"/>
                    </a:lnTo>
                    <a:lnTo>
                      <a:pt x="282189" y="334650"/>
                    </a:lnTo>
                    <a:lnTo>
                      <a:pt x="294977" y="350691"/>
                    </a:lnTo>
                    <a:lnTo>
                      <a:pt x="301935" y="356953"/>
                    </a:lnTo>
                    <a:lnTo>
                      <a:pt x="306966" y="362627"/>
                    </a:lnTo>
                    <a:lnTo>
                      <a:pt x="310065" y="371137"/>
                    </a:lnTo>
                    <a:lnTo>
                      <a:pt x="316070" y="399229"/>
                    </a:lnTo>
                    <a:lnTo>
                      <a:pt x="322917" y="426677"/>
                    </a:lnTo>
                    <a:lnTo>
                      <a:pt x="331890" y="456413"/>
                    </a:lnTo>
                    <a:lnTo>
                      <a:pt x="335957" y="464675"/>
                    </a:lnTo>
                    <a:lnTo>
                      <a:pt x="341305" y="470471"/>
                    </a:lnTo>
                    <a:lnTo>
                      <a:pt x="368385" y="483786"/>
                    </a:lnTo>
                    <a:lnTo>
                      <a:pt x="374413" y="488202"/>
                    </a:lnTo>
                    <a:lnTo>
                      <a:pt x="384919" y="501012"/>
                    </a:lnTo>
                    <a:lnTo>
                      <a:pt x="395047" y="514662"/>
                    </a:lnTo>
                    <a:lnTo>
                      <a:pt x="404472" y="525149"/>
                    </a:lnTo>
                    <a:lnTo>
                      <a:pt x="414650" y="533635"/>
                    </a:lnTo>
                    <a:lnTo>
                      <a:pt x="409720" y="538045"/>
                    </a:lnTo>
                    <a:lnTo>
                      <a:pt x="406343" y="544979"/>
                    </a:lnTo>
                    <a:lnTo>
                      <a:pt x="408866" y="554408"/>
                    </a:lnTo>
                    <a:lnTo>
                      <a:pt x="413013" y="563411"/>
                    </a:lnTo>
                    <a:lnTo>
                      <a:pt x="420433" y="576541"/>
                    </a:lnTo>
                    <a:lnTo>
                      <a:pt x="421156" y="577820"/>
                    </a:lnTo>
                    <a:lnTo>
                      <a:pt x="428339" y="593545"/>
                    </a:lnTo>
                    <a:lnTo>
                      <a:pt x="425691" y="591170"/>
                    </a:lnTo>
                    <a:lnTo>
                      <a:pt x="422907" y="589865"/>
                    </a:lnTo>
                    <a:lnTo>
                      <a:pt x="420433" y="590119"/>
                    </a:lnTo>
                    <a:lnTo>
                      <a:pt x="419101" y="590256"/>
                    </a:lnTo>
                    <a:lnTo>
                      <a:pt x="415379" y="589497"/>
                    </a:lnTo>
                    <a:lnTo>
                      <a:pt x="408518" y="584575"/>
                    </a:lnTo>
                    <a:lnTo>
                      <a:pt x="401925" y="578533"/>
                    </a:lnTo>
                    <a:lnTo>
                      <a:pt x="388808" y="580959"/>
                    </a:lnTo>
                    <a:lnTo>
                      <a:pt x="381522" y="579872"/>
                    </a:lnTo>
                    <a:lnTo>
                      <a:pt x="375200" y="580033"/>
                    </a:lnTo>
                    <a:lnTo>
                      <a:pt x="387185" y="583523"/>
                    </a:lnTo>
                    <a:lnTo>
                      <a:pt x="400302" y="583765"/>
                    </a:lnTo>
                    <a:lnTo>
                      <a:pt x="420433" y="602127"/>
                    </a:lnTo>
                    <a:lnTo>
                      <a:pt x="429229" y="610149"/>
                    </a:lnTo>
                    <a:lnTo>
                      <a:pt x="439009" y="625782"/>
                    </a:lnTo>
                    <a:lnTo>
                      <a:pt x="444819" y="646452"/>
                    </a:lnTo>
                    <a:lnTo>
                      <a:pt x="440863" y="655738"/>
                    </a:lnTo>
                    <a:lnTo>
                      <a:pt x="434705" y="661751"/>
                    </a:lnTo>
                    <a:lnTo>
                      <a:pt x="428961" y="668633"/>
                    </a:lnTo>
                    <a:lnTo>
                      <a:pt x="423579" y="676401"/>
                    </a:lnTo>
                    <a:lnTo>
                      <a:pt x="439611" y="687814"/>
                    </a:lnTo>
                    <a:lnTo>
                      <a:pt x="443065" y="687469"/>
                    </a:lnTo>
                    <a:lnTo>
                      <a:pt x="446613" y="685870"/>
                    </a:lnTo>
                    <a:lnTo>
                      <a:pt x="450020" y="681990"/>
                    </a:lnTo>
                    <a:lnTo>
                      <a:pt x="455770" y="672543"/>
                    </a:lnTo>
                    <a:lnTo>
                      <a:pt x="458735" y="669180"/>
                    </a:lnTo>
                    <a:lnTo>
                      <a:pt x="468723" y="667967"/>
                    </a:lnTo>
                    <a:lnTo>
                      <a:pt x="477103" y="668691"/>
                    </a:lnTo>
                    <a:lnTo>
                      <a:pt x="485451" y="670778"/>
                    </a:lnTo>
                    <a:lnTo>
                      <a:pt x="492787" y="670117"/>
                    </a:lnTo>
                    <a:lnTo>
                      <a:pt x="507574" y="674170"/>
                    </a:lnTo>
                    <a:lnTo>
                      <a:pt x="515171" y="677827"/>
                    </a:lnTo>
                    <a:lnTo>
                      <a:pt x="533994" y="694288"/>
                    </a:lnTo>
                    <a:lnTo>
                      <a:pt x="538064" y="703291"/>
                    </a:lnTo>
                    <a:lnTo>
                      <a:pt x="539932" y="714917"/>
                    </a:lnTo>
                    <a:lnTo>
                      <a:pt x="540153" y="727813"/>
                    </a:lnTo>
                    <a:lnTo>
                      <a:pt x="536986" y="739600"/>
                    </a:lnTo>
                    <a:lnTo>
                      <a:pt x="533352" y="750242"/>
                    </a:lnTo>
                    <a:lnTo>
                      <a:pt x="531109" y="763983"/>
                    </a:lnTo>
                    <a:lnTo>
                      <a:pt x="529516" y="768933"/>
                    </a:lnTo>
                    <a:lnTo>
                      <a:pt x="527294" y="772809"/>
                    </a:lnTo>
                    <a:lnTo>
                      <a:pt x="517320" y="783653"/>
                    </a:lnTo>
                    <a:lnTo>
                      <a:pt x="510693" y="788108"/>
                    </a:lnTo>
                    <a:lnTo>
                      <a:pt x="507895" y="786153"/>
                    </a:lnTo>
                    <a:lnTo>
                      <a:pt x="504910" y="786424"/>
                    </a:lnTo>
                    <a:lnTo>
                      <a:pt x="504595" y="789028"/>
                    </a:lnTo>
                    <a:lnTo>
                      <a:pt x="507748" y="794565"/>
                    </a:lnTo>
                    <a:lnTo>
                      <a:pt x="507788" y="801246"/>
                    </a:lnTo>
                    <a:lnTo>
                      <a:pt x="501897" y="806191"/>
                    </a:lnTo>
                    <a:lnTo>
                      <a:pt x="495913" y="808300"/>
                    </a:lnTo>
                    <a:lnTo>
                      <a:pt x="485899" y="805667"/>
                    </a:lnTo>
                    <a:lnTo>
                      <a:pt x="471996" y="814878"/>
                    </a:lnTo>
                    <a:lnTo>
                      <a:pt x="481990" y="819610"/>
                    </a:lnTo>
                    <a:lnTo>
                      <a:pt x="484005" y="824646"/>
                    </a:lnTo>
                    <a:lnTo>
                      <a:pt x="481501" y="833501"/>
                    </a:lnTo>
                    <a:lnTo>
                      <a:pt x="475216" y="837451"/>
                    </a:lnTo>
                    <a:lnTo>
                      <a:pt x="468247" y="839198"/>
                    </a:lnTo>
                    <a:lnTo>
                      <a:pt x="461112" y="839618"/>
                    </a:lnTo>
                    <a:lnTo>
                      <a:pt x="455201" y="841786"/>
                    </a:lnTo>
                    <a:lnTo>
                      <a:pt x="449531" y="845960"/>
                    </a:lnTo>
                    <a:lnTo>
                      <a:pt x="456647" y="843740"/>
                    </a:lnTo>
                    <a:lnTo>
                      <a:pt x="461580" y="845684"/>
                    </a:lnTo>
                    <a:lnTo>
                      <a:pt x="464680" y="853135"/>
                    </a:lnTo>
                    <a:lnTo>
                      <a:pt x="467491" y="855268"/>
                    </a:lnTo>
                    <a:lnTo>
                      <a:pt x="481394" y="858453"/>
                    </a:lnTo>
                    <a:lnTo>
                      <a:pt x="490002" y="858430"/>
                    </a:lnTo>
                    <a:lnTo>
                      <a:pt x="506603" y="856619"/>
                    </a:lnTo>
                    <a:lnTo>
                      <a:pt x="514576" y="856666"/>
                    </a:lnTo>
                    <a:lnTo>
                      <a:pt x="517420" y="858011"/>
                    </a:lnTo>
                    <a:lnTo>
                      <a:pt x="517467" y="864186"/>
                    </a:lnTo>
                    <a:lnTo>
                      <a:pt x="516229" y="879353"/>
                    </a:lnTo>
                    <a:lnTo>
                      <a:pt x="514033" y="882480"/>
                    </a:lnTo>
                    <a:lnTo>
                      <a:pt x="492024" y="895221"/>
                    </a:lnTo>
                    <a:lnTo>
                      <a:pt x="487512" y="904122"/>
                    </a:lnTo>
                    <a:lnTo>
                      <a:pt x="486247" y="909515"/>
                    </a:lnTo>
                    <a:lnTo>
                      <a:pt x="473375" y="908561"/>
                    </a:lnTo>
                    <a:lnTo>
                      <a:pt x="467344" y="914264"/>
                    </a:lnTo>
                    <a:lnTo>
                      <a:pt x="456921" y="918047"/>
                    </a:lnTo>
                    <a:lnTo>
                      <a:pt x="448862" y="922077"/>
                    </a:lnTo>
                    <a:lnTo>
                      <a:pt x="440977" y="927166"/>
                    </a:lnTo>
                    <a:lnTo>
                      <a:pt x="434490" y="928689"/>
                    </a:lnTo>
                    <a:lnTo>
                      <a:pt x="420433" y="925659"/>
                    </a:lnTo>
                    <a:lnTo>
                      <a:pt x="406456" y="922647"/>
                    </a:lnTo>
                    <a:lnTo>
                      <a:pt x="389534" y="923141"/>
                    </a:lnTo>
                    <a:lnTo>
                      <a:pt x="366608" y="928408"/>
                    </a:lnTo>
                    <a:lnTo>
                      <a:pt x="360704" y="927540"/>
                    </a:lnTo>
                    <a:lnTo>
                      <a:pt x="351848" y="922497"/>
                    </a:lnTo>
                    <a:lnTo>
                      <a:pt x="342781" y="919088"/>
                    </a:lnTo>
                    <a:lnTo>
                      <a:pt x="332349" y="917587"/>
                    </a:lnTo>
                    <a:lnTo>
                      <a:pt x="323342" y="912930"/>
                    </a:lnTo>
                    <a:lnTo>
                      <a:pt x="328962" y="921888"/>
                    </a:lnTo>
                    <a:lnTo>
                      <a:pt x="316468" y="930523"/>
                    </a:lnTo>
                    <a:lnTo>
                      <a:pt x="310704" y="932242"/>
                    </a:lnTo>
                    <a:lnTo>
                      <a:pt x="304737" y="931972"/>
                    </a:lnTo>
                    <a:lnTo>
                      <a:pt x="292527" y="934319"/>
                    </a:lnTo>
                    <a:lnTo>
                      <a:pt x="281215" y="933122"/>
                    </a:lnTo>
                    <a:lnTo>
                      <a:pt x="282915" y="939263"/>
                    </a:lnTo>
                    <a:lnTo>
                      <a:pt x="285944" y="944616"/>
                    </a:lnTo>
                    <a:lnTo>
                      <a:pt x="283487" y="946945"/>
                    </a:lnTo>
                    <a:lnTo>
                      <a:pt x="280887" y="947525"/>
                    </a:lnTo>
                    <a:lnTo>
                      <a:pt x="259343" y="943483"/>
                    </a:lnTo>
                    <a:lnTo>
                      <a:pt x="256290" y="944248"/>
                    </a:lnTo>
                    <a:lnTo>
                      <a:pt x="253633" y="947979"/>
                    </a:lnTo>
                    <a:lnTo>
                      <a:pt x="245798" y="945967"/>
                    </a:lnTo>
                    <a:lnTo>
                      <a:pt x="238183" y="939677"/>
                    </a:lnTo>
                    <a:lnTo>
                      <a:pt x="230087" y="935457"/>
                    </a:lnTo>
                    <a:lnTo>
                      <a:pt x="221593" y="933473"/>
                    </a:lnTo>
                    <a:lnTo>
                      <a:pt x="214838" y="934158"/>
                    </a:lnTo>
                    <a:lnTo>
                      <a:pt x="187066" y="944070"/>
                    </a:lnTo>
                    <a:lnTo>
                      <a:pt x="181523" y="954016"/>
                    </a:lnTo>
                    <a:lnTo>
                      <a:pt x="178752" y="968120"/>
                    </a:lnTo>
                    <a:lnTo>
                      <a:pt x="174742" y="980642"/>
                    </a:lnTo>
                    <a:lnTo>
                      <a:pt x="168202" y="990284"/>
                    </a:lnTo>
                    <a:lnTo>
                      <a:pt x="160417" y="991543"/>
                    </a:lnTo>
                    <a:lnTo>
                      <a:pt x="153094" y="984868"/>
                    </a:lnTo>
                    <a:lnTo>
                      <a:pt x="139165" y="977497"/>
                    </a:lnTo>
                    <a:lnTo>
                      <a:pt x="134425" y="972518"/>
                    </a:lnTo>
                    <a:lnTo>
                      <a:pt x="132916" y="972225"/>
                    </a:lnTo>
                    <a:lnTo>
                      <a:pt x="131360" y="974007"/>
                    </a:lnTo>
                    <a:lnTo>
                      <a:pt x="125897" y="976255"/>
                    </a:lnTo>
                    <a:lnTo>
                      <a:pt x="120241" y="976359"/>
                    </a:lnTo>
                    <a:lnTo>
                      <a:pt x="111522" y="978343"/>
                    </a:lnTo>
                    <a:lnTo>
                      <a:pt x="96354" y="984333"/>
                    </a:lnTo>
                    <a:lnTo>
                      <a:pt x="90226" y="988398"/>
                    </a:lnTo>
                    <a:lnTo>
                      <a:pt x="77056" y="999610"/>
                    </a:lnTo>
                    <a:lnTo>
                      <a:pt x="74375" y="1002715"/>
                    </a:lnTo>
                    <a:lnTo>
                      <a:pt x="69585" y="1014024"/>
                    </a:lnTo>
                    <a:lnTo>
                      <a:pt x="62269" y="1016019"/>
                    </a:lnTo>
                    <a:lnTo>
                      <a:pt x="55578" y="1008769"/>
                    </a:lnTo>
                    <a:lnTo>
                      <a:pt x="47961" y="1006239"/>
                    </a:lnTo>
                    <a:lnTo>
                      <a:pt x="39925" y="1008717"/>
                    </a:lnTo>
                    <a:lnTo>
                      <a:pt x="35065" y="1012569"/>
                    </a:lnTo>
                    <a:lnTo>
                      <a:pt x="32799" y="1009441"/>
                    </a:lnTo>
                    <a:lnTo>
                      <a:pt x="32726" y="1003008"/>
                    </a:lnTo>
                    <a:lnTo>
                      <a:pt x="38593" y="995344"/>
                    </a:lnTo>
                    <a:lnTo>
                      <a:pt x="54246" y="989554"/>
                    </a:lnTo>
                    <a:lnTo>
                      <a:pt x="67989" y="974531"/>
                    </a:lnTo>
                    <a:lnTo>
                      <a:pt x="74730" y="965371"/>
                    </a:lnTo>
                    <a:lnTo>
                      <a:pt x="77404" y="960220"/>
                    </a:lnTo>
                    <a:lnTo>
                      <a:pt x="80697" y="956937"/>
                    </a:lnTo>
                    <a:lnTo>
                      <a:pt x="85005" y="955695"/>
                    </a:lnTo>
                    <a:lnTo>
                      <a:pt x="87217" y="950003"/>
                    </a:lnTo>
                    <a:lnTo>
                      <a:pt x="106298" y="927120"/>
                    </a:lnTo>
                    <a:lnTo>
                      <a:pt x="107871" y="921870"/>
                    </a:lnTo>
                    <a:lnTo>
                      <a:pt x="108821" y="912482"/>
                    </a:lnTo>
                    <a:lnTo>
                      <a:pt x="110398" y="903444"/>
                    </a:lnTo>
                    <a:lnTo>
                      <a:pt x="125931" y="897590"/>
                    </a:lnTo>
                    <a:lnTo>
                      <a:pt x="133354" y="878588"/>
                    </a:lnTo>
                    <a:lnTo>
                      <a:pt x="135396" y="877082"/>
                    </a:lnTo>
                    <a:lnTo>
                      <a:pt x="157061" y="873597"/>
                    </a:lnTo>
                    <a:lnTo>
                      <a:pt x="173129" y="873874"/>
                    </a:lnTo>
                    <a:lnTo>
                      <a:pt x="189087" y="877593"/>
                    </a:lnTo>
                    <a:lnTo>
                      <a:pt x="197267" y="877927"/>
                    </a:lnTo>
                    <a:lnTo>
                      <a:pt x="205477" y="876645"/>
                    </a:lnTo>
                    <a:lnTo>
                      <a:pt x="211917" y="871517"/>
                    </a:lnTo>
                    <a:lnTo>
                      <a:pt x="222938" y="853020"/>
                    </a:lnTo>
                    <a:lnTo>
                      <a:pt x="229137" y="844879"/>
                    </a:lnTo>
                    <a:lnTo>
                      <a:pt x="236239" y="837525"/>
                    </a:lnTo>
                    <a:lnTo>
                      <a:pt x="242882" y="829125"/>
                    </a:lnTo>
                    <a:lnTo>
                      <a:pt x="253659" y="813567"/>
                    </a:lnTo>
                    <a:lnTo>
                      <a:pt x="246373" y="818925"/>
                    </a:lnTo>
                    <a:lnTo>
                      <a:pt x="237577" y="827429"/>
                    </a:lnTo>
                    <a:lnTo>
                      <a:pt x="232473" y="832362"/>
                    </a:lnTo>
                    <a:lnTo>
                      <a:pt x="216271" y="837336"/>
                    </a:lnTo>
                    <a:lnTo>
                      <a:pt x="209289" y="842407"/>
                    </a:lnTo>
                    <a:lnTo>
                      <a:pt x="197060" y="853866"/>
                    </a:lnTo>
                    <a:lnTo>
                      <a:pt x="194707" y="854814"/>
                    </a:lnTo>
                    <a:lnTo>
                      <a:pt x="176252" y="852060"/>
                    </a:lnTo>
                    <a:lnTo>
                      <a:pt x="162519" y="837209"/>
                    </a:lnTo>
                    <a:lnTo>
                      <a:pt x="153740" y="831121"/>
                    </a:lnTo>
                    <a:lnTo>
                      <a:pt x="150116" y="830430"/>
                    </a:lnTo>
                    <a:lnTo>
                      <a:pt x="146367" y="832242"/>
                    </a:lnTo>
                    <a:lnTo>
                      <a:pt x="138351" y="834093"/>
                    </a:lnTo>
                    <a:lnTo>
                      <a:pt x="130175" y="833777"/>
                    </a:lnTo>
                    <a:lnTo>
                      <a:pt x="134348" y="826918"/>
                    </a:lnTo>
                    <a:lnTo>
                      <a:pt x="140015" y="823083"/>
                    </a:lnTo>
                    <a:lnTo>
                      <a:pt x="127323" y="820421"/>
                    </a:lnTo>
                    <a:lnTo>
                      <a:pt x="123795" y="818334"/>
                    </a:lnTo>
                    <a:lnTo>
                      <a:pt x="119776" y="813527"/>
                    </a:lnTo>
                    <a:lnTo>
                      <a:pt x="109822" y="812705"/>
                    </a:lnTo>
                    <a:lnTo>
                      <a:pt x="105073" y="813929"/>
                    </a:lnTo>
                    <a:lnTo>
                      <a:pt x="97064" y="820283"/>
                    </a:lnTo>
                    <a:lnTo>
                      <a:pt x="84406" y="827044"/>
                    </a:lnTo>
                    <a:lnTo>
                      <a:pt x="69157" y="817672"/>
                    </a:lnTo>
                    <a:lnTo>
                      <a:pt x="66168" y="813567"/>
                    </a:lnTo>
                    <a:lnTo>
                      <a:pt x="66245" y="805639"/>
                    </a:lnTo>
                    <a:lnTo>
                      <a:pt x="63959" y="799360"/>
                    </a:lnTo>
                    <a:lnTo>
                      <a:pt x="59729" y="797146"/>
                    </a:lnTo>
                    <a:lnTo>
                      <a:pt x="65141" y="788965"/>
                    </a:lnTo>
                    <a:lnTo>
                      <a:pt x="71671" y="783520"/>
                    </a:lnTo>
                    <a:lnTo>
                      <a:pt x="86035" y="778110"/>
                    </a:lnTo>
                    <a:lnTo>
                      <a:pt x="107790" y="765271"/>
                    </a:lnTo>
                    <a:lnTo>
                      <a:pt x="119990" y="759804"/>
                    </a:lnTo>
                    <a:lnTo>
                      <a:pt x="131329" y="750368"/>
                    </a:lnTo>
                    <a:lnTo>
                      <a:pt x="136015" y="744619"/>
                    </a:lnTo>
                    <a:lnTo>
                      <a:pt x="139416" y="736748"/>
                    </a:lnTo>
                    <a:lnTo>
                      <a:pt x="142789" y="727089"/>
                    </a:lnTo>
                    <a:lnTo>
                      <a:pt x="147602" y="719246"/>
                    </a:lnTo>
                    <a:lnTo>
                      <a:pt x="142933" y="717378"/>
                    </a:lnTo>
                    <a:lnTo>
                      <a:pt x="140845" y="711462"/>
                    </a:lnTo>
                    <a:lnTo>
                      <a:pt x="141407" y="705459"/>
                    </a:lnTo>
                    <a:lnTo>
                      <a:pt x="143562" y="700135"/>
                    </a:lnTo>
                    <a:lnTo>
                      <a:pt x="141631" y="693460"/>
                    </a:lnTo>
                    <a:lnTo>
                      <a:pt x="138197" y="686480"/>
                    </a:lnTo>
                    <a:lnTo>
                      <a:pt x="138388" y="681047"/>
                    </a:lnTo>
                    <a:lnTo>
                      <a:pt x="139298" y="675239"/>
                    </a:lnTo>
                    <a:lnTo>
                      <a:pt x="130546" y="675550"/>
                    </a:lnTo>
                    <a:lnTo>
                      <a:pt x="121821" y="677367"/>
                    </a:lnTo>
                    <a:lnTo>
                      <a:pt x="113912" y="681484"/>
                    </a:lnTo>
                    <a:lnTo>
                      <a:pt x="106244" y="687078"/>
                    </a:lnTo>
                    <a:lnTo>
                      <a:pt x="99433" y="688113"/>
                    </a:lnTo>
                    <a:lnTo>
                      <a:pt x="99544" y="683640"/>
                    </a:lnTo>
                    <a:lnTo>
                      <a:pt x="102499" y="678109"/>
                    </a:lnTo>
                    <a:lnTo>
                      <a:pt x="110220" y="670209"/>
                    </a:lnTo>
                    <a:lnTo>
                      <a:pt x="118487" y="663660"/>
                    </a:lnTo>
                    <a:lnTo>
                      <a:pt x="121426" y="658686"/>
                    </a:lnTo>
                    <a:lnTo>
                      <a:pt x="123742" y="652909"/>
                    </a:lnTo>
                    <a:lnTo>
                      <a:pt x="127845" y="648269"/>
                    </a:lnTo>
                    <a:lnTo>
                      <a:pt x="138642" y="639506"/>
                    </a:lnTo>
                    <a:lnTo>
                      <a:pt x="159326" y="629646"/>
                    </a:lnTo>
                    <a:lnTo>
                      <a:pt x="162416" y="629065"/>
                    </a:lnTo>
                    <a:lnTo>
                      <a:pt x="170525" y="630210"/>
                    </a:lnTo>
                    <a:lnTo>
                      <a:pt x="178498" y="628720"/>
                    </a:lnTo>
                    <a:lnTo>
                      <a:pt x="185479" y="625173"/>
                    </a:lnTo>
                    <a:lnTo>
                      <a:pt x="192441" y="624408"/>
                    </a:lnTo>
                    <a:lnTo>
                      <a:pt x="208111" y="634636"/>
                    </a:lnTo>
                    <a:lnTo>
                      <a:pt x="203449" y="618814"/>
                    </a:lnTo>
                    <a:lnTo>
                      <a:pt x="210360" y="615025"/>
                    </a:lnTo>
                    <a:lnTo>
                      <a:pt x="220381" y="629330"/>
                    </a:lnTo>
                    <a:lnTo>
                      <a:pt x="224109" y="630836"/>
                    </a:lnTo>
                    <a:lnTo>
                      <a:pt x="231968" y="628761"/>
                    </a:lnTo>
                    <a:lnTo>
                      <a:pt x="228936" y="626346"/>
                    </a:lnTo>
                    <a:lnTo>
                      <a:pt x="225395" y="626202"/>
                    </a:lnTo>
                    <a:lnTo>
                      <a:pt x="220756" y="624046"/>
                    </a:lnTo>
                    <a:lnTo>
                      <a:pt x="216857" y="619458"/>
                    </a:lnTo>
                    <a:lnTo>
                      <a:pt x="210370" y="604900"/>
                    </a:lnTo>
                    <a:lnTo>
                      <a:pt x="210722" y="596258"/>
                    </a:lnTo>
                    <a:lnTo>
                      <a:pt x="215093" y="587272"/>
                    </a:lnTo>
                    <a:lnTo>
                      <a:pt x="219932" y="579004"/>
                    </a:lnTo>
                    <a:lnTo>
                      <a:pt x="215873" y="577360"/>
                    </a:lnTo>
                    <a:lnTo>
                      <a:pt x="212619" y="574198"/>
                    </a:lnTo>
                    <a:lnTo>
                      <a:pt x="211689" y="565924"/>
                    </a:lnTo>
                    <a:lnTo>
                      <a:pt x="212964" y="558616"/>
                    </a:lnTo>
                    <a:lnTo>
                      <a:pt x="221663" y="552166"/>
                    </a:lnTo>
                    <a:lnTo>
                      <a:pt x="224230" y="542374"/>
                    </a:lnTo>
                    <a:lnTo>
                      <a:pt x="225321" y="531605"/>
                    </a:lnTo>
                    <a:lnTo>
                      <a:pt x="223875" y="526666"/>
                    </a:lnTo>
                    <a:lnTo>
                      <a:pt x="215243" y="527460"/>
                    </a:lnTo>
                    <a:lnTo>
                      <a:pt x="211046" y="529472"/>
                    </a:lnTo>
                    <a:lnTo>
                      <a:pt x="207281" y="532663"/>
                    </a:lnTo>
                    <a:lnTo>
                      <a:pt x="203422" y="532473"/>
                    </a:lnTo>
                    <a:lnTo>
                      <a:pt x="192759" y="520561"/>
                    </a:lnTo>
                    <a:lnTo>
                      <a:pt x="186677" y="511551"/>
                    </a:lnTo>
                    <a:lnTo>
                      <a:pt x="175770" y="492480"/>
                    </a:lnTo>
                    <a:lnTo>
                      <a:pt x="174217" y="481084"/>
                    </a:lnTo>
                    <a:lnTo>
                      <a:pt x="182952" y="456505"/>
                    </a:lnTo>
                    <a:lnTo>
                      <a:pt x="196434" y="440786"/>
                    </a:lnTo>
                    <a:lnTo>
                      <a:pt x="212315" y="435313"/>
                    </a:lnTo>
                    <a:lnTo>
                      <a:pt x="209242" y="434266"/>
                    </a:lnTo>
                    <a:lnTo>
                      <a:pt x="185044" y="434053"/>
                    </a:lnTo>
                    <a:lnTo>
                      <a:pt x="177068" y="435979"/>
                    </a:lnTo>
                    <a:lnTo>
                      <a:pt x="169675" y="442402"/>
                    </a:lnTo>
                    <a:lnTo>
                      <a:pt x="165498" y="444373"/>
                    </a:lnTo>
                    <a:lnTo>
                      <a:pt x="161110" y="445104"/>
                    </a:lnTo>
                    <a:lnTo>
                      <a:pt x="157111" y="448301"/>
                    </a:lnTo>
                    <a:lnTo>
                      <a:pt x="153205" y="452739"/>
                    </a:lnTo>
                    <a:lnTo>
                      <a:pt x="149138" y="455579"/>
                    </a:lnTo>
                    <a:lnTo>
                      <a:pt x="141059" y="454843"/>
                    </a:lnTo>
                    <a:lnTo>
                      <a:pt x="137140" y="455781"/>
                    </a:lnTo>
                    <a:lnTo>
                      <a:pt x="134325" y="453211"/>
                    </a:lnTo>
                    <a:lnTo>
                      <a:pt x="131969" y="448962"/>
                    </a:lnTo>
                    <a:lnTo>
                      <a:pt x="128883" y="447829"/>
                    </a:lnTo>
                    <a:lnTo>
                      <a:pt x="125439" y="449134"/>
                    </a:lnTo>
                    <a:lnTo>
                      <a:pt x="118156" y="454861"/>
                    </a:lnTo>
                    <a:lnTo>
                      <a:pt x="110783" y="458241"/>
                    </a:lnTo>
                    <a:lnTo>
                      <a:pt x="101866" y="454631"/>
                    </a:lnTo>
                    <a:lnTo>
                      <a:pt x="90179" y="447904"/>
                    </a:lnTo>
                    <a:lnTo>
                      <a:pt x="87873" y="450359"/>
                    </a:lnTo>
                    <a:lnTo>
                      <a:pt x="85282" y="456603"/>
                    </a:lnTo>
                    <a:lnTo>
                      <a:pt x="83793" y="466354"/>
                    </a:lnTo>
                    <a:lnTo>
                      <a:pt x="75493" y="457885"/>
                    </a:lnTo>
                    <a:lnTo>
                      <a:pt x="68421" y="446564"/>
                    </a:lnTo>
                    <a:lnTo>
                      <a:pt x="66048" y="439452"/>
                    </a:lnTo>
                    <a:lnTo>
                      <a:pt x="65870" y="431449"/>
                    </a:lnTo>
                    <a:lnTo>
                      <a:pt x="69709" y="428344"/>
                    </a:lnTo>
                    <a:lnTo>
                      <a:pt x="73879" y="431184"/>
                    </a:lnTo>
                    <a:lnTo>
                      <a:pt x="80095" y="412188"/>
                    </a:lnTo>
                    <a:lnTo>
                      <a:pt x="92458" y="387465"/>
                    </a:lnTo>
                    <a:lnTo>
                      <a:pt x="96823" y="380215"/>
                    </a:lnTo>
                    <a:lnTo>
                      <a:pt x="99865" y="370757"/>
                    </a:lnTo>
                    <a:lnTo>
                      <a:pt x="99343" y="364565"/>
                    </a:lnTo>
                    <a:lnTo>
                      <a:pt x="96615" y="359339"/>
                    </a:lnTo>
                    <a:lnTo>
                      <a:pt x="85122" y="347466"/>
                    </a:lnTo>
                    <a:lnTo>
                      <a:pt x="85272" y="337801"/>
                    </a:lnTo>
                    <a:lnTo>
                      <a:pt x="86504" y="326883"/>
                    </a:lnTo>
                    <a:lnTo>
                      <a:pt x="89630" y="320334"/>
                    </a:lnTo>
                    <a:lnTo>
                      <a:pt x="90949" y="319086"/>
                    </a:lnTo>
                    <a:lnTo>
                      <a:pt x="106217" y="319259"/>
                    </a:lnTo>
                    <a:lnTo>
                      <a:pt x="100263" y="315878"/>
                    </a:lnTo>
                    <a:lnTo>
                      <a:pt x="88395" y="306012"/>
                    </a:lnTo>
                    <a:lnTo>
                      <a:pt x="88606" y="302516"/>
                    </a:lnTo>
                    <a:lnTo>
                      <a:pt x="91397" y="293392"/>
                    </a:lnTo>
                    <a:lnTo>
                      <a:pt x="90105" y="294317"/>
                    </a:lnTo>
                    <a:lnTo>
                      <a:pt x="87562" y="298532"/>
                    </a:lnTo>
                    <a:lnTo>
                      <a:pt x="82705" y="308731"/>
                    </a:lnTo>
                    <a:lnTo>
                      <a:pt x="79740" y="311111"/>
                    </a:lnTo>
                    <a:lnTo>
                      <a:pt x="71346" y="313532"/>
                    </a:lnTo>
                    <a:lnTo>
                      <a:pt x="69826" y="318557"/>
                    </a:lnTo>
                    <a:lnTo>
                      <a:pt x="68478" y="319868"/>
                    </a:lnTo>
                    <a:lnTo>
                      <a:pt x="64284" y="320437"/>
                    </a:lnTo>
                    <a:lnTo>
                      <a:pt x="62999" y="325123"/>
                    </a:lnTo>
                    <a:lnTo>
                      <a:pt x="62065" y="325422"/>
                    </a:lnTo>
                    <a:lnTo>
                      <a:pt x="60873" y="320368"/>
                    </a:lnTo>
                    <a:lnTo>
                      <a:pt x="60756" y="311991"/>
                    </a:lnTo>
                    <a:lnTo>
                      <a:pt x="62426" y="304287"/>
                    </a:lnTo>
                    <a:lnTo>
                      <a:pt x="65616" y="298261"/>
                    </a:lnTo>
                    <a:lnTo>
                      <a:pt x="77916" y="284560"/>
                    </a:lnTo>
                    <a:lnTo>
                      <a:pt x="71928" y="288786"/>
                    </a:lnTo>
                    <a:lnTo>
                      <a:pt x="58356" y="301447"/>
                    </a:lnTo>
                    <a:lnTo>
                      <a:pt x="51425" y="309772"/>
                    </a:lnTo>
                    <a:lnTo>
                      <a:pt x="49574" y="312583"/>
                    </a:lnTo>
                    <a:lnTo>
                      <a:pt x="48995" y="314952"/>
                    </a:lnTo>
                    <a:lnTo>
                      <a:pt x="49035" y="317683"/>
                    </a:lnTo>
                    <a:lnTo>
                      <a:pt x="52148" y="332327"/>
                    </a:lnTo>
                    <a:lnTo>
                      <a:pt x="51261" y="339106"/>
                    </a:lnTo>
                    <a:lnTo>
                      <a:pt x="39567" y="383912"/>
                    </a:lnTo>
                    <a:lnTo>
                      <a:pt x="37351" y="388408"/>
                    </a:lnTo>
                    <a:lnTo>
                      <a:pt x="35316" y="390760"/>
                    </a:lnTo>
                    <a:lnTo>
                      <a:pt x="33392" y="391300"/>
                    </a:lnTo>
                    <a:lnTo>
                      <a:pt x="27625" y="390443"/>
                    </a:lnTo>
                    <a:lnTo>
                      <a:pt x="25051" y="387086"/>
                    </a:lnTo>
                    <a:lnTo>
                      <a:pt x="25075" y="383279"/>
                    </a:lnTo>
                    <a:lnTo>
                      <a:pt x="26156" y="377570"/>
                    </a:lnTo>
                    <a:lnTo>
                      <a:pt x="31005" y="356314"/>
                    </a:lnTo>
                    <a:lnTo>
                      <a:pt x="33111" y="350409"/>
                    </a:lnTo>
                    <a:lnTo>
                      <a:pt x="36237" y="344919"/>
                    </a:lnTo>
                    <a:lnTo>
                      <a:pt x="43128" y="335306"/>
                    </a:lnTo>
                    <a:lnTo>
                      <a:pt x="42961" y="334679"/>
                    </a:lnTo>
                    <a:lnTo>
                      <a:pt x="38372" y="336565"/>
                    </a:lnTo>
                    <a:lnTo>
                      <a:pt x="36417" y="335943"/>
                    </a:lnTo>
                    <a:lnTo>
                      <a:pt x="35015" y="334041"/>
                    </a:lnTo>
                    <a:lnTo>
                      <a:pt x="35925" y="305529"/>
                    </a:lnTo>
                    <a:lnTo>
                      <a:pt x="39647" y="296146"/>
                    </a:lnTo>
                    <a:lnTo>
                      <a:pt x="41039" y="282502"/>
                    </a:lnTo>
                    <a:lnTo>
                      <a:pt x="44266" y="270819"/>
                    </a:lnTo>
                    <a:lnTo>
                      <a:pt x="48001" y="262310"/>
                    </a:lnTo>
                    <a:lnTo>
                      <a:pt x="50843" y="251420"/>
                    </a:lnTo>
                    <a:lnTo>
                      <a:pt x="55127" y="246579"/>
                    </a:lnTo>
                    <a:lnTo>
                      <a:pt x="56275" y="239174"/>
                    </a:lnTo>
                    <a:lnTo>
                      <a:pt x="61081" y="231159"/>
                    </a:lnTo>
                    <a:lnTo>
                      <a:pt x="64796" y="222776"/>
                    </a:lnTo>
                    <a:lnTo>
                      <a:pt x="62794" y="223604"/>
                    </a:lnTo>
                    <a:lnTo>
                      <a:pt x="39035" y="245424"/>
                    </a:lnTo>
                    <a:lnTo>
                      <a:pt x="32987" y="249396"/>
                    </a:lnTo>
                    <a:lnTo>
                      <a:pt x="24737" y="248333"/>
                    </a:lnTo>
                    <a:lnTo>
                      <a:pt x="18428" y="245877"/>
                    </a:lnTo>
                    <a:lnTo>
                      <a:pt x="13498" y="240714"/>
                    </a:lnTo>
                    <a:lnTo>
                      <a:pt x="11295" y="230802"/>
                    </a:lnTo>
                    <a:lnTo>
                      <a:pt x="5207" y="230538"/>
                    </a:lnTo>
                    <a:lnTo>
                      <a:pt x="0" y="228825"/>
                    </a:lnTo>
                    <a:lnTo>
                      <a:pt x="63" y="227491"/>
                    </a:lnTo>
                    <a:lnTo>
                      <a:pt x="6784" y="222086"/>
                    </a:lnTo>
                    <a:lnTo>
                      <a:pt x="17551" y="220235"/>
                    </a:lnTo>
                    <a:lnTo>
                      <a:pt x="27628" y="211587"/>
                    </a:lnTo>
                    <a:lnTo>
                      <a:pt x="18662" y="205746"/>
                    </a:lnTo>
                    <a:lnTo>
                      <a:pt x="19418" y="203895"/>
                    </a:lnTo>
                    <a:lnTo>
                      <a:pt x="27240" y="198921"/>
                    </a:lnTo>
                    <a:lnTo>
                      <a:pt x="37177" y="182236"/>
                    </a:lnTo>
                    <a:lnTo>
                      <a:pt x="39192" y="166885"/>
                    </a:lnTo>
                    <a:lnTo>
                      <a:pt x="34439" y="159675"/>
                    </a:lnTo>
                    <a:lnTo>
                      <a:pt x="32719" y="154949"/>
                    </a:lnTo>
                    <a:lnTo>
                      <a:pt x="23220" y="149683"/>
                    </a:lnTo>
                    <a:lnTo>
                      <a:pt x="21634" y="142938"/>
                    </a:lnTo>
                    <a:lnTo>
                      <a:pt x="22738" y="139178"/>
                    </a:lnTo>
                    <a:lnTo>
                      <a:pt x="25838" y="135504"/>
                    </a:lnTo>
                    <a:lnTo>
                      <a:pt x="30507" y="132641"/>
                    </a:lnTo>
                    <a:lnTo>
                      <a:pt x="37830" y="129904"/>
                    </a:lnTo>
                    <a:lnTo>
                      <a:pt x="31183" y="126972"/>
                    </a:lnTo>
                    <a:lnTo>
                      <a:pt x="28703" y="123511"/>
                    </a:lnTo>
                    <a:lnTo>
                      <a:pt x="26822" y="118497"/>
                    </a:lnTo>
                    <a:lnTo>
                      <a:pt x="26648" y="115593"/>
                    </a:lnTo>
                    <a:lnTo>
                      <a:pt x="30088" y="102651"/>
                    </a:lnTo>
                    <a:lnTo>
                      <a:pt x="32093" y="97316"/>
                    </a:lnTo>
                    <a:lnTo>
                      <a:pt x="36009" y="90509"/>
                    </a:lnTo>
                    <a:lnTo>
                      <a:pt x="53785" y="90894"/>
                    </a:lnTo>
                    <a:lnTo>
                      <a:pt x="55830" y="87887"/>
                    </a:lnTo>
                    <a:lnTo>
                      <a:pt x="57844" y="87772"/>
                    </a:lnTo>
                    <a:lnTo>
                      <a:pt x="66931" y="90509"/>
                    </a:lnTo>
                    <a:lnTo>
                      <a:pt x="65582" y="87559"/>
                    </a:lnTo>
                    <a:lnTo>
                      <a:pt x="50719" y="71403"/>
                    </a:lnTo>
                    <a:lnTo>
                      <a:pt x="49387" y="68327"/>
                    </a:lnTo>
                    <a:lnTo>
                      <a:pt x="53624" y="59617"/>
                    </a:lnTo>
                    <a:lnTo>
                      <a:pt x="53932" y="55735"/>
                    </a:lnTo>
                    <a:lnTo>
                      <a:pt x="53309" y="51584"/>
                    </a:lnTo>
                    <a:lnTo>
                      <a:pt x="54521" y="48428"/>
                    </a:lnTo>
                    <a:lnTo>
                      <a:pt x="59233" y="46933"/>
                    </a:lnTo>
                    <a:lnTo>
                      <a:pt x="73598" y="47082"/>
                    </a:lnTo>
                    <a:lnTo>
                      <a:pt x="77139" y="45611"/>
                    </a:lnTo>
                    <a:lnTo>
                      <a:pt x="75526" y="41413"/>
                    </a:lnTo>
                    <a:lnTo>
                      <a:pt x="72183" y="35894"/>
                    </a:lnTo>
                    <a:lnTo>
                      <a:pt x="71530" y="31260"/>
                    </a:lnTo>
                    <a:lnTo>
                      <a:pt x="72313" y="27166"/>
                    </a:lnTo>
                    <a:lnTo>
                      <a:pt x="72497" y="18927"/>
                    </a:lnTo>
                    <a:lnTo>
                      <a:pt x="73150" y="15282"/>
                    </a:lnTo>
                    <a:lnTo>
                      <a:pt x="76560" y="9826"/>
                    </a:lnTo>
                    <a:lnTo>
                      <a:pt x="79378" y="8205"/>
                    </a:lnTo>
                    <a:lnTo>
                      <a:pt x="82873" y="7256"/>
                    </a:lnTo>
                    <a:lnTo>
                      <a:pt x="90758" y="9078"/>
                    </a:lnTo>
                    <a:lnTo>
                      <a:pt x="93764" y="11280"/>
                    </a:lnTo>
                    <a:lnTo>
                      <a:pt x="97214" y="16484"/>
                    </a:lnTo>
                    <a:lnTo>
                      <a:pt x="99765" y="16064"/>
                    </a:lnTo>
                    <a:lnTo>
                      <a:pt x="109584" y="10412"/>
                    </a:lnTo>
                    <a:lnTo>
                      <a:pt x="112536" y="9602"/>
                    </a:lnTo>
                    <a:lnTo>
                      <a:pt x="116556" y="16150"/>
                    </a:lnTo>
                    <a:lnTo>
                      <a:pt x="133324" y="10924"/>
                    </a:lnTo>
                    <a:lnTo>
                      <a:pt x="155882" y="8583"/>
                    </a:lnTo>
                    <a:lnTo>
                      <a:pt x="169434" y="5145"/>
                    </a:lnTo>
                    <a:lnTo>
                      <a:pt x="183709" y="3898"/>
                    </a:lnTo>
                    <a:lnTo>
                      <a:pt x="197036" y="0"/>
                    </a:lnTo>
                    <a:lnTo>
                      <a:pt x="211160" y="1787"/>
                    </a:lnTo>
                    <a:lnTo>
                      <a:pt x="211632" y="4059"/>
                    </a:lnTo>
                    <a:lnTo>
                      <a:pt x="210892" y="7210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g22"/>
              <p:cNvSpPr/>
              <p:nvPr/>
            </p:nvSpPr>
            <p:spPr>
              <a:xfrm>
                <a:off x="1170133" y="338097"/>
                <a:ext cx="9528" cy="11429"/>
              </a:xfrm>
              <a:custGeom>
                <a:avLst/>
                <a:gdLst/>
                <a:ahLst/>
                <a:cxnLst/>
                <a:rect l="0" t="0" r="0" b="0"/>
                <a:pathLst>
                  <a:path w="9528" h="11429">
                    <a:moveTo>
                      <a:pt x="7269" y="11079"/>
                    </a:moveTo>
                    <a:lnTo>
                      <a:pt x="6613" y="11429"/>
                    </a:lnTo>
                    <a:lnTo>
                      <a:pt x="4116" y="9273"/>
                    </a:lnTo>
                    <a:lnTo>
                      <a:pt x="0" y="1535"/>
                    </a:lnTo>
                    <a:lnTo>
                      <a:pt x="6459" y="0"/>
                    </a:lnTo>
                    <a:lnTo>
                      <a:pt x="9528" y="954"/>
                    </a:lnTo>
                    <a:lnTo>
                      <a:pt x="8387" y="4248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g23"/>
              <p:cNvSpPr/>
              <p:nvPr/>
            </p:nvSpPr>
            <p:spPr>
              <a:xfrm>
                <a:off x="1145088" y="328288"/>
                <a:ext cx="16607" cy="16254"/>
              </a:xfrm>
              <a:custGeom>
                <a:avLst/>
                <a:gdLst/>
                <a:ahLst/>
                <a:cxnLst/>
                <a:rect l="0" t="0" r="0" b="0"/>
                <a:pathLst>
                  <a:path w="16607" h="16254">
                    <a:moveTo>
                      <a:pt x="16168" y="14696"/>
                    </a:moveTo>
                    <a:lnTo>
                      <a:pt x="12249" y="16254"/>
                    </a:lnTo>
                    <a:lnTo>
                      <a:pt x="8363" y="16139"/>
                    </a:lnTo>
                    <a:lnTo>
                      <a:pt x="2306" y="9331"/>
                    </a:lnTo>
                    <a:lnTo>
                      <a:pt x="0" y="4381"/>
                    </a:lnTo>
                    <a:lnTo>
                      <a:pt x="418" y="1104"/>
                    </a:lnTo>
                    <a:lnTo>
                      <a:pt x="2975" y="0"/>
                    </a:lnTo>
                    <a:lnTo>
                      <a:pt x="8835" y="1615"/>
                    </a:lnTo>
                    <a:lnTo>
                      <a:pt x="11871" y="7279"/>
                    </a:lnTo>
                    <a:lnTo>
                      <a:pt x="12249" y="10964"/>
                    </a:lnTo>
                    <a:lnTo>
                      <a:pt x="12969" y="12413"/>
                    </a:lnTo>
                    <a:lnTo>
                      <a:pt x="16607" y="13868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g24"/>
              <p:cNvSpPr/>
              <p:nvPr/>
            </p:nvSpPr>
            <p:spPr>
              <a:xfrm>
                <a:off x="1148318" y="301800"/>
                <a:ext cx="40527" cy="29840"/>
              </a:xfrm>
              <a:custGeom>
                <a:avLst/>
                <a:gdLst/>
                <a:ahLst/>
                <a:cxnLst/>
                <a:rect l="0" t="0" r="0" b="0"/>
                <a:pathLst>
                  <a:path w="40527" h="29840">
                    <a:moveTo>
                      <a:pt x="20309" y="13460"/>
                    </a:moveTo>
                    <a:lnTo>
                      <a:pt x="19398" y="16363"/>
                    </a:lnTo>
                    <a:lnTo>
                      <a:pt x="24609" y="16294"/>
                    </a:lnTo>
                    <a:lnTo>
                      <a:pt x="32157" y="18772"/>
                    </a:lnTo>
                    <a:lnTo>
                      <a:pt x="36725" y="19082"/>
                    </a:lnTo>
                    <a:lnTo>
                      <a:pt x="40527" y="22153"/>
                    </a:lnTo>
                    <a:lnTo>
                      <a:pt x="38432" y="27908"/>
                    </a:lnTo>
                    <a:lnTo>
                      <a:pt x="36156" y="29518"/>
                    </a:lnTo>
                    <a:lnTo>
                      <a:pt x="33583" y="29840"/>
                    </a:lnTo>
                    <a:lnTo>
                      <a:pt x="24599" y="24090"/>
                    </a:lnTo>
                    <a:lnTo>
                      <a:pt x="12825" y="26476"/>
                    </a:lnTo>
                    <a:lnTo>
                      <a:pt x="10482" y="25746"/>
                    </a:lnTo>
                    <a:lnTo>
                      <a:pt x="8936" y="24160"/>
                    </a:lnTo>
                    <a:lnTo>
                      <a:pt x="8300" y="22187"/>
                    </a:lnTo>
                    <a:lnTo>
                      <a:pt x="8287" y="18168"/>
                    </a:lnTo>
                    <a:lnTo>
                      <a:pt x="7647" y="16984"/>
                    </a:lnTo>
                    <a:lnTo>
                      <a:pt x="3383" y="20784"/>
                    </a:lnTo>
                    <a:lnTo>
                      <a:pt x="1512" y="20336"/>
                    </a:lnTo>
                    <a:lnTo>
                      <a:pt x="455" y="18513"/>
                    </a:lnTo>
                    <a:lnTo>
                      <a:pt x="0" y="14742"/>
                    </a:lnTo>
                    <a:lnTo>
                      <a:pt x="471" y="9297"/>
                    </a:lnTo>
                    <a:lnTo>
                      <a:pt x="2972" y="1546"/>
                    </a:lnTo>
                    <a:lnTo>
                      <a:pt x="7205" y="0"/>
                    </a:lnTo>
                    <a:lnTo>
                      <a:pt x="13518" y="897"/>
                    </a:lnTo>
                    <a:lnTo>
                      <a:pt x="20740" y="5289"/>
                    </a:lnTo>
                    <a:lnTo>
                      <a:pt x="22926" y="7997"/>
                    </a:lnTo>
                    <a:lnTo>
                      <a:pt x="22872" y="10159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g25"/>
              <p:cNvSpPr/>
              <p:nvPr/>
            </p:nvSpPr>
            <p:spPr>
              <a:xfrm>
                <a:off x="1182539" y="295199"/>
                <a:ext cx="8835" cy="4484"/>
              </a:xfrm>
              <a:custGeom>
                <a:avLst/>
                <a:gdLst/>
                <a:ahLst/>
                <a:cxnLst/>
                <a:rect l="0" t="0" r="0" b="0"/>
                <a:pathLst>
                  <a:path w="8835" h="4484">
                    <a:moveTo>
                      <a:pt x="8572" y="1558"/>
                    </a:moveTo>
                    <a:lnTo>
                      <a:pt x="2688" y="4484"/>
                    </a:lnTo>
                    <a:lnTo>
                      <a:pt x="178" y="2064"/>
                    </a:lnTo>
                    <a:lnTo>
                      <a:pt x="0" y="0"/>
                    </a:lnTo>
                    <a:lnTo>
                      <a:pt x="8835" y="0"/>
                    </a:lnTo>
                    <a:close/>
                  </a:path>
                </a:pathLst>
              </a:custGeom>
              <a:solidFill>
                <a:srgbClr val="E8EEE8">
                  <a:alpha val="100000"/>
                </a:srgbClr>
              </a:solidFill>
              <a:ln w="3333" cap="rnd">
                <a:solidFill>
                  <a:srgbClr val="A8B9A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l26"/>
              <p:cNvSpPr/>
              <p:nvPr/>
            </p:nvSpPr>
            <p:spPr>
              <a:xfrm>
                <a:off x="28147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l27"/>
              <p:cNvSpPr/>
              <p:nvPr/>
            </p:nvSpPr>
            <p:spPr>
              <a:xfrm>
                <a:off x="55565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l28"/>
              <p:cNvSpPr/>
              <p:nvPr/>
            </p:nvSpPr>
            <p:spPr>
              <a:xfrm>
                <a:off x="82983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l29"/>
              <p:cNvSpPr/>
              <p:nvPr/>
            </p:nvSpPr>
            <p:spPr>
              <a:xfrm>
                <a:off x="110401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l30"/>
              <p:cNvSpPr/>
              <p:nvPr/>
            </p:nvSpPr>
            <p:spPr>
              <a:xfrm>
                <a:off x="137819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l31"/>
              <p:cNvSpPr/>
              <p:nvPr/>
            </p:nvSpPr>
            <p:spPr>
              <a:xfrm>
                <a:off x="165237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l32"/>
              <p:cNvSpPr/>
              <p:nvPr/>
            </p:nvSpPr>
            <p:spPr>
              <a:xfrm>
                <a:off x="1926558" y="295199"/>
                <a:ext cx="0" cy="1130400"/>
              </a:xfrm>
              <a:custGeom>
                <a:avLst/>
                <a:gdLst/>
                <a:ahLst/>
                <a:cxnLst/>
                <a:rect l="0" t="0" r="0" b="0"/>
                <a:pathLst>
                  <a:path h="1130400">
                    <a:moveTo>
                      <a:pt x="0" y="0"/>
                    </a:moveTo>
                    <a:lnTo>
                      <a:pt x="0" y="113040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l33"/>
              <p:cNvSpPr/>
              <p:nvPr/>
            </p:nvSpPr>
            <p:spPr>
              <a:xfrm>
                <a:off x="111600" y="1378500"/>
                <a:ext cx="19224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1922400">
                    <a:moveTo>
                      <a:pt x="0" y="0"/>
                    </a:moveTo>
                    <a:lnTo>
                      <a:pt x="1922400" y="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l34"/>
              <p:cNvSpPr/>
              <p:nvPr/>
            </p:nvSpPr>
            <p:spPr>
              <a:xfrm>
                <a:off x="111600" y="1143000"/>
                <a:ext cx="19224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1922400">
                    <a:moveTo>
                      <a:pt x="0" y="0"/>
                    </a:moveTo>
                    <a:lnTo>
                      <a:pt x="1922400" y="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l35"/>
              <p:cNvSpPr/>
              <p:nvPr/>
            </p:nvSpPr>
            <p:spPr>
              <a:xfrm>
                <a:off x="111600" y="907500"/>
                <a:ext cx="19224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1922400">
                    <a:moveTo>
                      <a:pt x="0" y="0"/>
                    </a:moveTo>
                    <a:lnTo>
                      <a:pt x="1922400" y="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l36"/>
              <p:cNvSpPr/>
              <p:nvPr/>
            </p:nvSpPr>
            <p:spPr>
              <a:xfrm>
                <a:off x="111600" y="672000"/>
                <a:ext cx="19224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1922400">
                    <a:moveTo>
                      <a:pt x="0" y="0"/>
                    </a:moveTo>
                    <a:lnTo>
                      <a:pt x="1922400" y="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l37"/>
              <p:cNvSpPr/>
              <p:nvPr/>
            </p:nvSpPr>
            <p:spPr>
              <a:xfrm>
                <a:off x="111600" y="436500"/>
                <a:ext cx="19224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1922400">
                    <a:moveTo>
                      <a:pt x="0" y="0"/>
                    </a:moveTo>
                    <a:lnTo>
                      <a:pt x="1922400" y="0"/>
                    </a:lnTo>
                  </a:path>
                </a:pathLst>
              </a:custGeom>
              <a:ln w="2571" cap="rnd">
                <a:solidFill>
                  <a:srgbClr val="D3DED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tx38"/>
              <p:cNvSpPr/>
              <p:nvPr/>
            </p:nvSpPr>
            <p:spPr>
              <a:xfrm>
                <a:off x="1021128" y="1455905"/>
                <a:ext cx="165780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657D75">
                        <a:alpha val="100000"/>
                      </a:srgbClr>
                    </a:solidFill>
                    <a:latin typeface="Arial"/>
                    <a:cs typeface="Arial"/>
                  </a:rPr>
                  <a:t>4° W</a:t>
                </a:r>
              </a:p>
            </p:txBody>
          </p:sp>
          <p:sp>
            <p:nvSpPr>
              <p:cNvPr id="40" name="tx39"/>
              <p:cNvSpPr/>
              <p:nvPr/>
            </p:nvSpPr>
            <p:spPr>
              <a:xfrm>
                <a:off x="1341805" y="1455905"/>
                <a:ext cx="72786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657D75">
                        <a:alpha val="100000"/>
                      </a:srgbClr>
                    </a:solidFill>
                    <a:latin typeface="Arial"/>
                    <a:cs typeface="Arial"/>
                  </a:rPr>
                  <a:t>0°</a:t>
                </a:r>
              </a:p>
            </p:txBody>
          </p:sp>
          <p:sp>
            <p:nvSpPr>
              <p:cNvPr id="41" name="tx40"/>
              <p:cNvSpPr/>
              <p:nvPr/>
            </p:nvSpPr>
            <p:spPr>
              <a:xfrm>
                <a:off x="136800" y="601505"/>
                <a:ext cx="191292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657D75">
                        <a:alpha val="100000"/>
                      </a:srgbClr>
                    </a:solidFill>
                    <a:latin typeface="Arial"/>
                    <a:cs typeface="Arial"/>
                  </a:rPr>
                  <a:t>56° N</a:t>
                </a:r>
              </a:p>
            </p:txBody>
          </p:sp>
          <p:sp>
            <p:nvSpPr>
              <p:cNvPr id="42" name="tx41"/>
              <p:cNvSpPr/>
              <p:nvPr/>
            </p:nvSpPr>
            <p:spPr>
              <a:xfrm>
                <a:off x="136800" y="1072505"/>
                <a:ext cx="191292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657D75">
                        <a:alpha val="100000"/>
                      </a:srgbClr>
                    </a:solidFill>
                    <a:latin typeface="Arial"/>
                    <a:cs typeface="Arial"/>
                  </a:rPr>
                  <a:t>52° N</a:t>
                </a:r>
              </a:p>
            </p:txBody>
          </p:sp>
          <p:sp>
            <p:nvSpPr>
              <p:cNvPr id="43" name="pl42"/>
              <p:cNvSpPr/>
              <p:nvPr/>
            </p:nvSpPr>
            <p:spPr>
              <a:xfrm>
                <a:off x="1086882" y="688485"/>
                <a:ext cx="0" cy="737114"/>
              </a:xfrm>
              <a:custGeom>
                <a:avLst/>
                <a:gdLst/>
                <a:ahLst/>
                <a:cxnLst/>
                <a:rect l="0" t="0" r="0" b="0"/>
                <a:pathLst>
                  <a:path h="737114">
                    <a:moveTo>
                      <a:pt x="0" y="0"/>
                    </a:moveTo>
                    <a:lnTo>
                      <a:pt x="0" y="737114"/>
                    </a:lnTo>
                  </a:path>
                </a:pathLst>
              </a:custGeom>
              <a:ln w="3810" cap="rnd">
                <a:solidFill>
                  <a:srgbClr val="168D83">
                    <a:alpha val="58039"/>
                  </a:srgbClr>
                </a:solidFill>
                <a:prstDash val="dot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l43"/>
              <p:cNvSpPr/>
              <p:nvPr/>
            </p:nvSpPr>
            <p:spPr>
              <a:xfrm>
                <a:off x="396000" y="688485"/>
                <a:ext cx="690882" cy="0"/>
              </a:xfrm>
              <a:custGeom>
                <a:avLst/>
                <a:gdLst/>
                <a:ahLst/>
                <a:cxnLst/>
                <a:rect l="0" t="0" r="0" b="0"/>
                <a:pathLst>
                  <a:path w="690882">
                    <a:moveTo>
                      <a:pt x="0" y="0"/>
                    </a:moveTo>
                    <a:lnTo>
                      <a:pt x="690882" y="0"/>
                    </a:lnTo>
                  </a:path>
                </a:pathLst>
              </a:custGeom>
              <a:ln w="3810" cap="rnd">
                <a:solidFill>
                  <a:srgbClr val="168D83">
                    <a:alpha val="58039"/>
                  </a:srgbClr>
                </a:solidFill>
                <a:prstDash val="dot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l44"/>
              <p:cNvSpPr/>
              <p:nvPr/>
            </p:nvSpPr>
            <p:spPr>
              <a:xfrm>
                <a:off x="1467306" y="1068817"/>
                <a:ext cx="0" cy="356782"/>
              </a:xfrm>
              <a:custGeom>
                <a:avLst/>
                <a:gdLst/>
                <a:ahLst/>
                <a:cxnLst/>
                <a:rect l="0" t="0" r="0" b="0"/>
                <a:pathLst>
                  <a:path h="356782">
                    <a:moveTo>
                      <a:pt x="0" y="0"/>
                    </a:moveTo>
                    <a:lnTo>
                      <a:pt x="0" y="356782"/>
                    </a:lnTo>
                  </a:path>
                </a:pathLst>
              </a:custGeom>
              <a:ln w="3810" cap="rnd">
                <a:solidFill>
                  <a:srgbClr val="168D83">
                    <a:alpha val="58039"/>
                  </a:srgbClr>
                </a:solidFill>
                <a:prstDash val="dot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l45"/>
              <p:cNvSpPr/>
              <p:nvPr/>
            </p:nvSpPr>
            <p:spPr>
              <a:xfrm>
                <a:off x="396000" y="1068817"/>
                <a:ext cx="107130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71306">
                    <a:moveTo>
                      <a:pt x="0" y="0"/>
                    </a:moveTo>
                    <a:lnTo>
                      <a:pt x="1071306" y="0"/>
                    </a:lnTo>
                  </a:path>
                </a:pathLst>
              </a:custGeom>
              <a:ln w="3810" cap="rnd">
                <a:solidFill>
                  <a:srgbClr val="168D83">
                    <a:alpha val="58039"/>
                  </a:srgbClr>
                </a:solidFill>
                <a:prstDash val="dot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l46"/>
              <p:cNvSpPr/>
              <p:nvPr/>
            </p:nvSpPr>
            <p:spPr>
              <a:xfrm>
                <a:off x="1086882" y="688485"/>
                <a:ext cx="380424" cy="380332"/>
              </a:xfrm>
              <a:custGeom>
                <a:avLst/>
                <a:gdLst/>
                <a:ahLst/>
                <a:cxnLst/>
                <a:rect l="0" t="0" r="0" b="0"/>
                <a:pathLst>
                  <a:path w="380424" h="380332">
                    <a:moveTo>
                      <a:pt x="0" y="0"/>
                    </a:moveTo>
                    <a:lnTo>
                      <a:pt x="380424" y="380332"/>
                    </a:lnTo>
                  </a:path>
                </a:pathLst>
              </a:custGeom>
              <a:ln w="1714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l47"/>
              <p:cNvSpPr/>
              <p:nvPr/>
            </p:nvSpPr>
            <p:spPr>
              <a:xfrm>
                <a:off x="1086882" y="688485"/>
                <a:ext cx="380424" cy="380332"/>
              </a:xfrm>
              <a:custGeom>
                <a:avLst/>
                <a:gdLst/>
                <a:ahLst/>
                <a:cxnLst/>
                <a:rect l="0" t="0" r="0" b="0"/>
                <a:pathLst>
                  <a:path w="380424" h="380332">
                    <a:moveTo>
                      <a:pt x="0" y="0"/>
                    </a:moveTo>
                    <a:lnTo>
                      <a:pt x="380424" y="380332"/>
                    </a:lnTo>
                  </a:path>
                </a:pathLst>
              </a:custGeom>
              <a:ln w="8096" cap="rnd">
                <a:solidFill>
                  <a:srgbClr val="168D8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tx48"/>
              <p:cNvSpPr/>
              <p:nvPr/>
            </p:nvSpPr>
            <p:spPr>
              <a:xfrm>
                <a:off x="1326765" y="800030"/>
                <a:ext cx="138257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168D83">
                        <a:alpha val="100000"/>
                      </a:srgbClr>
                    </a:solidFill>
                    <a:latin typeface="Arial"/>
                    <a:cs typeface="Arial"/>
                  </a:rPr>
                  <a:t>MD</a:t>
                </a:r>
              </a:p>
            </p:txBody>
          </p:sp>
          <p:sp>
            <p:nvSpPr>
              <p:cNvPr id="50" name="pl49"/>
              <p:cNvSpPr/>
              <p:nvPr/>
            </p:nvSpPr>
            <p:spPr>
              <a:xfrm>
                <a:off x="1047282" y="688485"/>
                <a:ext cx="79199" cy="0"/>
              </a:xfrm>
              <a:custGeom>
                <a:avLst/>
                <a:gdLst/>
                <a:ahLst/>
                <a:cxnLst/>
                <a:rect l="0" t="0" r="0" b="0"/>
                <a:pathLst>
                  <a:path w="79199">
                    <a:moveTo>
                      <a:pt x="0" y="0"/>
                    </a:moveTo>
                    <a:lnTo>
                      <a:pt x="79199" y="0"/>
                    </a:lnTo>
                  </a:path>
                </a:pathLst>
              </a:custGeom>
              <a:ln w="4762" cap="rnd">
                <a:solidFill>
                  <a:srgbClr val="168D8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l50"/>
              <p:cNvSpPr/>
              <p:nvPr/>
            </p:nvSpPr>
            <p:spPr>
              <a:xfrm>
                <a:off x="1086882" y="648885"/>
                <a:ext cx="0" cy="79200"/>
              </a:xfrm>
              <a:custGeom>
                <a:avLst/>
                <a:gdLst/>
                <a:ahLst/>
                <a:cxnLst/>
                <a:rect l="0" t="0" r="0" b="0"/>
                <a:pathLst>
                  <a:path h="79200">
                    <a:moveTo>
                      <a:pt x="0" y="0"/>
                    </a:moveTo>
                    <a:lnTo>
                      <a:pt x="0" y="79200"/>
                    </a:lnTo>
                  </a:path>
                </a:pathLst>
              </a:custGeom>
              <a:ln w="4762" cap="rnd">
                <a:solidFill>
                  <a:srgbClr val="168D8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g51"/>
              <p:cNvSpPr/>
              <p:nvPr/>
            </p:nvSpPr>
            <p:spPr>
              <a:xfrm>
                <a:off x="1054482" y="612885"/>
                <a:ext cx="64799" cy="75600"/>
              </a:xfrm>
              <a:custGeom>
                <a:avLst/>
                <a:gdLst/>
                <a:ahLst/>
                <a:cxnLst/>
                <a:rect l="0" t="0" r="0" b="0"/>
                <a:pathLst>
                  <a:path w="64799" h="75600">
                    <a:moveTo>
                      <a:pt x="32399" y="0"/>
                    </a:moveTo>
                    <a:lnTo>
                      <a:pt x="29742" y="102"/>
                    </a:lnTo>
                    <a:lnTo>
                      <a:pt x="27144" y="402"/>
                    </a:lnTo>
                    <a:lnTo>
                      <a:pt x="24613" y="894"/>
                    </a:lnTo>
                    <a:lnTo>
                      <a:pt x="22159" y="1569"/>
                    </a:lnTo>
                    <a:lnTo>
                      <a:pt x="19788" y="2418"/>
                    </a:lnTo>
                    <a:lnTo>
                      <a:pt x="17510" y="3435"/>
                    </a:lnTo>
                    <a:lnTo>
                      <a:pt x="15333" y="4611"/>
                    </a:lnTo>
                    <a:lnTo>
                      <a:pt x="13264" y="5939"/>
                    </a:lnTo>
                    <a:lnTo>
                      <a:pt x="11314" y="7409"/>
                    </a:lnTo>
                    <a:lnTo>
                      <a:pt x="9489" y="9015"/>
                    </a:lnTo>
                    <a:lnTo>
                      <a:pt x="7799" y="10749"/>
                    </a:lnTo>
                    <a:lnTo>
                      <a:pt x="6251" y="12602"/>
                    </a:lnTo>
                    <a:lnTo>
                      <a:pt x="4854" y="14567"/>
                    </a:lnTo>
                    <a:lnTo>
                      <a:pt x="3616" y="16635"/>
                    </a:lnTo>
                    <a:lnTo>
                      <a:pt x="2546" y="18800"/>
                    </a:lnTo>
                    <a:lnTo>
                      <a:pt x="1651" y="21052"/>
                    </a:lnTo>
                    <a:lnTo>
                      <a:pt x="941" y="23384"/>
                    </a:lnTo>
                    <a:lnTo>
                      <a:pt x="424" y="25788"/>
                    </a:lnTo>
                    <a:lnTo>
                      <a:pt x="107" y="28257"/>
                    </a:lnTo>
                    <a:lnTo>
                      <a:pt x="0" y="30781"/>
                    </a:lnTo>
                    <a:lnTo>
                      <a:pt x="76" y="33330"/>
                    </a:lnTo>
                    <a:lnTo>
                      <a:pt x="305" y="35910"/>
                    </a:lnTo>
                    <a:lnTo>
                      <a:pt x="682" y="38509"/>
                    </a:lnTo>
                    <a:lnTo>
                      <a:pt x="1204" y="41115"/>
                    </a:lnTo>
                    <a:lnTo>
                      <a:pt x="1867" y="43718"/>
                    </a:lnTo>
                    <a:lnTo>
                      <a:pt x="2669" y="46304"/>
                    </a:lnTo>
                    <a:lnTo>
                      <a:pt x="3605" y="48863"/>
                    </a:lnTo>
                    <a:lnTo>
                      <a:pt x="4672" y="51383"/>
                    </a:lnTo>
                    <a:lnTo>
                      <a:pt x="5867" y="53853"/>
                    </a:lnTo>
                    <a:lnTo>
                      <a:pt x="7187" y="56261"/>
                    </a:lnTo>
                    <a:lnTo>
                      <a:pt x="8627" y="58595"/>
                    </a:lnTo>
                    <a:lnTo>
                      <a:pt x="10185" y="60843"/>
                    </a:lnTo>
                    <a:lnTo>
                      <a:pt x="11858" y="62995"/>
                    </a:lnTo>
                    <a:lnTo>
                      <a:pt x="13641" y="65038"/>
                    </a:lnTo>
                    <a:lnTo>
                      <a:pt x="15531" y="66961"/>
                    </a:lnTo>
                    <a:lnTo>
                      <a:pt x="17526" y="68752"/>
                    </a:lnTo>
                    <a:lnTo>
                      <a:pt x="19621" y="70400"/>
                    </a:lnTo>
                    <a:lnTo>
                      <a:pt x="21813" y="71893"/>
                    </a:lnTo>
                    <a:lnTo>
                      <a:pt x="24099" y="73220"/>
                    </a:lnTo>
                    <a:lnTo>
                      <a:pt x="26475" y="74369"/>
                    </a:lnTo>
                    <a:lnTo>
                      <a:pt x="27043" y="74603"/>
                    </a:lnTo>
                    <a:lnTo>
                      <a:pt x="27619" y="74812"/>
                    </a:lnTo>
                    <a:lnTo>
                      <a:pt x="28202" y="74997"/>
                    </a:lnTo>
                    <a:lnTo>
                      <a:pt x="28790" y="75157"/>
                    </a:lnTo>
                    <a:lnTo>
                      <a:pt x="29384" y="75292"/>
                    </a:lnTo>
                    <a:lnTo>
                      <a:pt x="29982" y="75403"/>
                    </a:lnTo>
                    <a:lnTo>
                      <a:pt x="30583" y="75489"/>
                    </a:lnTo>
                    <a:lnTo>
                      <a:pt x="31187" y="75550"/>
                    </a:lnTo>
                    <a:lnTo>
                      <a:pt x="31793" y="75587"/>
                    </a:lnTo>
                    <a:lnTo>
                      <a:pt x="32399" y="75600"/>
                    </a:lnTo>
                    <a:lnTo>
                      <a:pt x="33006" y="75587"/>
                    </a:lnTo>
                    <a:lnTo>
                      <a:pt x="33612" y="75550"/>
                    </a:lnTo>
                    <a:lnTo>
                      <a:pt x="34216" y="75489"/>
                    </a:lnTo>
                    <a:lnTo>
                      <a:pt x="34817" y="75403"/>
                    </a:lnTo>
                    <a:lnTo>
                      <a:pt x="35415" y="75292"/>
                    </a:lnTo>
                    <a:lnTo>
                      <a:pt x="36009" y="75157"/>
                    </a:lnTo>
                    <a:lnTo>
                      <a:pt x="36597" y="74997"/>
                    </a:lnTo>
                    <a:lnTo>
                      <a:pt x="37180" y="74812"/>
                    </a:lnTo>
                    <a:lnTo>
                      <a:pt x="37756" y="74603"/>
                    </a:lnTo>
                    <a:lnTo>
                      <a:pt x="38324" y="74369"/>
                    </a:lnTo>
                    <a:lnTo>
                      <a:pt x="40700" y="73220"/>
                    </a:lnTo>
                    <a:lnTo>
                      <a:pt x="42986" y="71893"/>
                    </a:lnTo>
                    <a:lnTo>
                      <a:pt x="45178" y="70400"/>
                    </a:lnTo>
                    <a:lnTo>
                      <a:pt x="47273" y="68752"/>
                    </a:lnTo>
                    <a:lnTo>
                      <a:pt x="49268" y="66961"/>
                    </a:lnTo>
                    <a:lnTo>
                      <a:pt x="51158" y="65038"/>
                    </a:lnTo>
                    <a:lnTo>
                      <a:pt x="52941" y="62995"/>
                    </a:lnTo>
                    <a:lnTo>
                      <a:pt x="54614" y="60843"/>
                    </a:lnTo>
                    <a:lnTo>
                      <a:pt x="56172" y="58595"/>
                    </a:lnTo>
                    <a:lnTo>
                      <a:pt x="57612" y="56261"/>
                    </a:lnTo>
                    <a:lnTo>
                      <a:pt x="58932" y="53853"/>
                    </a:lnTo>
                    <a:lnTo>
                      <a:pt x="60127" y="51383"/>
                    </a:lnTo>
                    <a:lnTo>
                      <a:pt x="61194" y="48863"/>
                    </a:lnTo>
                    <a:lnTo>
                      <a:pt x="62130" y="46304"/>
                    </a:lnTo>
                    <a:lnTo>
                      <a:pt x="62932" y="43718"/>
                    </a:lnTo>
                    <a:lnTo>
                      <a:pt x="63595" y="41115"/>
                    </a:lnTo>
                    <a:lnTo>
                      <a:pt x="64117" y="38509"/>
                    </a:lnTo>
                    <a:lnTo>
                      <a:pt x="64494" y="35910"/>
                    </a:lnTo>
                    <a:lnTo>
                      <a:pt x="64723" y="33330"/>
                    </a:lnTo>
                    <a:lnTo>
                      <a:pt x="64799" y="30781"/>
                    </a:lnTo>
                    <a:lnTo>
                      <a:pt x="64692" y="28257"/>
                    </a:lnTo>
                    <a:lnTo>
                      <a:pt x="64375" y="25788"/>
                    </a:lnTo>
                    <a:lnTo>
                      <a:pt x="63858" y="23384"/>
                    </a:lnTo>
                    <a:lnTo>
                      <a:pt x="63148" y="21052"/>
                    </a:lnTo>
                    <a:lnTo>
                      <a:pt x="62253" y="18800"/>
                    </a:lnTo>
                    <a:lnTo>
                      <a:pt x="61183" y="16635"/>
                    </a:lnTo>
                    <a:lnTo>
                      <a:pt x="59945" y="14567"/>
                    </a:lnTo>
                    <a:lnTo>
                      <a:pt x="58548" y="12602"/>
                    </a:lnTo>
                    <a:lnTo>
                      <a:pt x="57000" y="10749"/>
                    </a:lnTo>
                    <a:lnTo>
                      <a:pt x="55310" y="9015"/>
                    </a:lnTo>
                    <a:lnTo>
                      <a:pt x="53485" y="7409"/>
                    </a:lnTo>
                    <a:lnTo>
                      <a:pt x="51534" y="5939"/>
                    </a:lnTo>
                    <a:lnTo>
                      <a:pt x="49466" y="4611"/>
                    </a:lnTo>
                    <a:lnTo>
                      <a:pt x="47289" y="3435"/>
                    </a:lnTo>
                    <a:lnTo>
                      <a:pt x="45011" y="2418"/>
                    </a:lnTo>
                    <a:lnTo>
                      <a:pt x="42640" y="1569"/>
                    </a:lnTo>
                    <a:lnTo>
                      <a:pt x="40186" y="894"/>
                    </a:lnTo>
                    <a:lnTo>
                      <a:pt x="37655" y="402"/>
                    </a:lnTo>
                    <a:lnTo>
                      <a:pt x="35057" y="102"/>
                    </a:lnTo>
                    <a:close/>
                  </a:path>
                </a:pathLst>
              </a:custGeom>
              <a:solidFill>
                <a:srgbClr val="168D83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g52"/>
              <p:cNvSpPr/>
              <p:nvPr/>
            </p:nvSpPr>
            <p:spPr>
              <a:xfrm>
                <a:off x="1076082" y="634485"/>
                <a:ext cx="21599" cy="21599"/>
              </a:xfrm>
              <a:custGeom>
                <a:avLst/>
                <a:gdLst/>
                <a:ahLst/>
                <a:cxnLst/>
                <a:rect l="0" t="0" r="0" b="0"/>
                <a:pathLst>
                  <a:path w="21599" h="21599">
                    <a:moveTo>
                      <a:pt x="10799" y="21599"/>
                    </a:moveTo>
                    <a:lnTo>
                      <a:pt x="11685" y="21564"/>
                    </a:lnTo>
                    <a:lnTo>
                      <a:pt x="12551" y="21458"/>
                    </a:lnTo>
                    <a:lnTo>
                      <a:pt x="13395" y="21286"/>
                    </a:lnTo>
                    <a:lnTo>
                      <a:pt x="14213" y="21049"/>
                    </a:lnTo>
                    <a:lnTo>
                      <a:pt x="15003" y="20751"/>
                    </a:lnTo>
                    <a:lnTo>
                      <a:pt x="15763" y="20394"/>
                    </a:lnTo>
                    <a:lnTo>
                      <a:pt x="16489" y="19981"/>
                    </a:lnTo>
                    <a:lnTo>
                      <a:pt x="17178" y="19516"/>
                    </a:lnTo>
                    <a:lnTo>
                      <a:pt x="17828" y="19000"/>
                    </a:lnTo>
                    <a:lnTo>
                      <a:pt x="18436" y="18436"/>
                    </a:lnTo>
                    <a:lnTo>
                      <a:pt x="19000" y="17828"/>
                    </a:lnTo>
                    <a:lnTo>
                      <a:pt x="19516" y="17178"/>
                    </a:lnTo>
                    <a:lnTo>
                      <a:pt x="19981" y="16488"/>
                    </a:lnTo>
                    <a:lnTo>
                      <a:pt x="20394" y="15763"/>
                    </a:lnTo>
                    <a:lnTo>
                      <a:pt x="20751" y="15003"/>
                    </a:lnTo>
                    <a:lnTo>
                      <a:pt x="21049" y="14213"/>
                    </a:lnTo>
                    <a:lnTo>
                      <a:pt x="21286" y="13395"/>
                    </a:lnTo>
                    <a:lnTo>
                      <a:pt x="21458" y="12551"/>
                    </a:lnTo>
                    <a:lnTo>
                      <a:pt x="21564" y="11685"/>
                    </a:lnTo>
                    <a:lnTo>
                      <a:pt x="21599" y="10799"/>
                    </a:lnTo>
                    <a:lnTo>
                      <a:pt x="21564" y="9914"/>
                    </a:lnTo>
                    <a:lnTo>
                      <a:pt x="21458" y="9048"/>
                    </a:lnTo>
                    <a:lnTo>
                      <a:pt x="21286" y="8204"/>
                    </a:lnTo>
                    <a:lnTo>
                      <a:pt x="21049" y="7386"/>
                    </a:lnTo>
                    <a:lnTo>
                      <a:pt x="20751" y="6596"/>
                    </a:lnTo>
                    <a:lnTo>
                      <a:pt x="20394" y="5836"/>
                    </a:lnTo>
                    <a:lnTo>
                      <a:pt x="19981" y="5111"/>
                    </a:lnTo>
                    <a:lnTo>
                      <a:pt x="19516" y="4421"/>
                    </a:lnTo>
                    <a:lnTo>
                      <a:pt x="19000" y="3771"/>
                    </a:lnTo>
                    <a:lnTo>
                      <a:pt x="18436" y="3163"/>
                    </a:lnTo>
                    <a:lnTo>
                      <a:pt x="17828" y="2599"/>
                    </a:lnTo>
                    <a:lnTo>
                      <a:pt x="17178" y="2083"/>
                    </a:lnTo>
                    <a:lnTo>
                      <a:pt x="16489" y="1618"/>
                    </a:lnTo>
                    <a:lnTo>
                      <a:pt x="15763" y="1205"/>
                    </a:lnTo>
                    <a:lnTo>
                      <a:pt x="15003" y="848"/>
                    </a:lnTo>
                    <a:lnTo>
                      <a:pt x="14213" y="550"/>
                    </a:lnTo>
                    <a:lnTo>
                      <a:pt x="13395" y="313"/>
                    </a:lnTo>
                    <a:lnTo>
                      <a:pt x="12551" y="141"/>
                    </a:lnTo>
                    <a:lnTo>
                      <a:pt x="11685" y="35"/>
                    </a:lnTo>
                    <a:lnTo>
                      <a:pt x="10799" y="0"/>
                    </a:lnTo>
                    <a:lnTo>
                      <a:pt x="9914" y="35"/>
                    </a:lnTo>
                    <a:lnTo>
                      <a:pt x="9048" y="141"/>
                    </a:lnTo>
                    <a:lnTo>
                      <a:pt x="8204" y="313"/>
                    </a:lnTo>
                    <a:lnTo>
                      <a:pt x="7386" y="550"/>
                    </a:lnTo>
                    <a:lnTo>
                      <a:pt x="6596" y="848"/>
                    </a:lnTo>
                    <a:lnTo>
                      <a:pt x="5836" y="1205"/>
                    </a:lnTo>
                    <a:lnTo>
                      <a:pt x="5110" y="1618"/>
                    </a:lnTo>
                    <a:lnTo>
                      <a:pt x="4421" y="2083"/>
                    </a:lnTo>
                    <a:lnTo>
                      <a:pt x="3771" y="2599"/>
                    </a:lnTo>
                    <a:lnTo>
                      <a:pt x="3163" y="3163"/>
                    </a:lnTo>
                    <a:lnTo>
                      <a:pt x="2599" y="3771"/>
                    </a:lnTo>
                    <a:lnTo>
                      <a:pt x="2083" y="4421"/>
                    </a:lnTo>
                    <a:lnTo>
                      <a:pt x="1618" y="5111"/>
                    </a:lnTo>
                    <a:lnTo>
                      <a:pt x="1205" y="5836"/>
                    </a:lnTo>
                    <a:lnTo>
                      <a:pt x="848" y="6596"/>
                    </a:lnTo>
                    <a:lnTo>
                      <a:pt x="550" y="7386"/>
                    </a:lnTo>
                    <a:lnTo>
                      <a:pt x="313" y="8204"/>
                    </a:lnTo>
                    <a:lnTo>
                      <a:pt x="141" y="9048"/>
                    </a:lnTo>
                    <a:lnTo>
                      <a:pt x="35" y="9914"/>
                    </a:lnTo>
                    <a:lnTo>
                      <a:pt x="0" y="10799"/>
                    </a:lnTo>
                    <a:lnTo>
                      <a:pt x="35" y="11685"/>
                    </a:lnTo>
                    <a:lnTo>
                      <a:pt x="141" y="12551"/>
                    </a:lnTo>
                    <a:lnTo>
                      <a:pt x="313" y="13395"/>
                    </a:lnTo>
                    <a:lnTo>
                      <a:pt x="550" y="14213"/>
                    </a:lnTo>
                    <a:lnTo>
                      <a:pt x="848" y="15003"/>
                    </a:lnTo>
                    <a:lnTo>
                      <a:pt x="1205" y="15763"/>
                    </a:lnTo>
                    <a:lnTo>
                      <a:pt x="1618" y="16488"/>
                    </a:lnTo>
                    <a:lnTo>
                      <a:pt x="2083" y="17178"/>
                    </a:lnTo>
                    <a:lnTo>
                      <a:pt x="2599" y="17828"/>
                    </a:lnTo>
                    <a:lnTo>
                      <a:pt x="3163" y="18436"/>
                    </a:lnTo>
                    <a:lnTo>
                      <a:pt x="3771" y="19000"/>
                    </a:lnTo>
                    <a:lnTo>
                      <a:pt x="4421" y="19516"/>
                    </a:lnTo>
                    <a:lnTo>
                      <a:pt x="5110" y="19981"/>
                    </a:lnTo>
                    <a:lnTo>
                      <a:pt x="5836" y="20394"/>
                    </a:lnTo>
                    <a:lnTo>
                      <a:pt x="6596" y="20751"/>
                    </a:lnTo>
                    <a:lnTo>
                      <a:pt x="7386" y="21049"/>
                    </a:lnTo>
                    <a:lnTo>
                      <a:pt x="8204" y="21286"/>
                    </a:lnTo>
                    <a:lnTo>
                      <a:pt x="9048" y="21458"/>
                    </a:lnTo>
                    <a:lnTo>
                      <a:pt x="9914" y="2156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l53"/>
              <p:cNvSpPr/>
              <p:nvPr/>
            </p:nvSpPr>
            <p:spPr>
              <a:xfrm>
                <a:off x="1427706" y="1068817"/>
                <a:ext cx="792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79200">
                    <a:moveTo>
                      <a:pt x="0" y="0"/>
                    </a:moveTo>
                    <a:lnTo>
                      <a:pt x="79200" y="0"/>
                    </a:lnTo>
                  </a:path>
                </a:pathLst>
              </a:custGeom>
              <a:ln w="4762" cap="rnd">
                <a:solidFill>
                  <a:srgbClr val="168D8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l54"/>
              <p:cNvSpPr/>
              <p:nvPr/>
            </p:nvSpPr>
            <p:spPr>
              <a:xfrm>
                <a:off x="1467306" y="1029217"/>
                <a:ext cx="0" cy="79199"/>
              </a:xfrm>
              <a:custGeom>
                <a:avLst/>
                <a:gdLst/>
                <a:ahLst/>
                <a:cxnLst/>
                <a:rect l="0" t="0" r="0" b="0"/>
                <a:pathLst>
                  <a:path h="79199">
                    <a:moveTo>
                      <a:pt x="0" y="0"/>
                    </a:moveTo>
                    <a:lnTo>
                      <a:pt x="0" y="79199"/>
                    </a:lnTo>
                  </a:path>
                </a:pathLst>
              </a:custGeom>
              <a:ln w="4762" cap="rnd">
                <a:solidFill>
                  <a:srgbClr val="168D8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g55"/>
              <p:cNvSpPr/>
              <p:nvPr/>
            </p:nvSpPr>
            <p:spPr>
              <a:xfrm>
                <a:off x="1434906" y="993217"/>
                <a:ext cx="64799" cy="75600"/>
              </a:xfrm>
              <a:custGeom>
                <a:avLst/>
                <a:gdLst/>
                <a:ahLst/>
                <a:cxnLst/>
                <a:rect l="0" t="0" r="0" b="0"/>
                <a:pathLst>
                  <a:path w="64799" h="75600">
                    <a:moveTo>
                      <a:pt x="32399" y="0"/>
                    </a:moveTo>
                    <a:lnTo>
                      <a:pt x="29742" y="102"/>
                    </a:lnTo>
                    <a:lnTo>
                      <a:pt x="27144" y="402"/>
                    </a:lnTo>
                    <a:lnTo>
                      <a:pt x="24613" y="894"/>
                    </a:lnTo>
                    <a:lnTo>
                      <a:pt x="22159" y="1569"/>
                    </a:lnTo>
                    <a:lnTo>
                      <a:pt x="19788" y="2418"/>
                    </a:lnTo>
                    <a:lnTo>
                      <a:pt x="17510" y="3435"/>
                    </a:lnTo>
                    <a:lnTo>
                      <a:pt x="15333" y="4611"/>
                    </a:lnTo>
                    <a:lnTo>
                      <a:pt x="13264" y="5939"/>
                    </a:lnTo>
                    <a:lnTo>
                      <a:pt x="11314" y="7409"/>
                    </a:lnTo>
                    <a:lnTo>
                      <a:pt x="9489" y="9015"/>
                    </a:lnTo>
                    <a:lnTo>
                      <a:pt x="7799" y="10749"/>
                    </a:lnTo>
                    <a:lnTo>
                      <a:pt x="6251" y="12602"/>
                    </a:lnTo>
                    <a:lnTo>
                      <a:pt x="4854" y="14567"/>
                    </a:lnTo>
                    <a:lnTo>
                      <a:pt x="3616" y="16635"/>
                    </a:lnTo>
                    <a:lnTo>
                      <a:pt x="2546" y="18800"/>
                    </a:lnTo>
                    <a:lnTo>
                      <a:pt x="1651" y="21052"/>
                    </a:lnTo>
                    <a:lnTo>
                      <a:pt x="941" y="23384"/>
                    </a:lnTo>
                    <a:lnTo>
                      <a:pt x="424" y="25788"/>
                    </a:lnTo>
                    <a:lnTo>
                      <a:pt x="107" y="28257"/>
                    </a:lnTo>
                    <a:lnTo>
                      <a:pt x="0" y="30781"/>
                    </a:lnTo>
                    <a:lnTo>
                      <a:pt x="76" y="33330"/>
                    </a:lnTo>
                    <a:lnTo>
                      <a:pt x="305" y="35910"/>
                    </a:lnTo>
                    <a:lnTo>
                      <a:pt x="682" y="38509"/>
                    </a:lnTo>
                    <a:lnTo>
                      <a:pt x="1204" y="41115"/>
                    </a:lnTo>
                    <a:lnTo>
                      <a:pt x="1867" y="43718"/>
                    </a:lnTo>
                    <a:lnTo>
                      <a:pt x="2669" y="46304"/>
                    </a:lnTo>
                    <a:lnTo>
                      <a:pt x="3605" y="48863"/>
                    </a:lnTo>
                    <a:lnTo>
                      <a:pt x="4672" y="51383"/>
                    </a:lnTo>
                    <a:lnTo>
                      <a:pt x="5867" y="53853"/>
                    </a:lnTo>
                    <a:lnTo>
                      <a:pt x="7187" y="56261"/>
                    </a:lnTo>
                    <a:lnTo>
                      <a:pt x="8627" y="58595"/>
                    </a:lnTo>
                    <a:lnTo>
                      <a:pt x="10185" y="60843"/>
                    </a:lnTo>
                    <a:lnTo>
                      <a:pt x="11858" y="62995"/>
                    </a:lnTo>
                    <a:lnTo>
                      <a:pt x="13641" y="65038"/>
                    </a:lnTo>
                    <a:lnTo>
                      <a:pt x="15531" y="66961"/>
                    </a:lnTo>
                    <a:lnTo>
                      <a:pt x="17526" y="68752"/>
                    </a:lnTo>
                    <a:lnTo>
                      <a:pt x="19621" y="70400"/>
                    </a:lnTo>
                    <a:lnTo>
                      <a:pt x="21813" y="71893"/>
                    </a:lnTo>
                    <a:lnTo>
                      <a:pt x="24099" y="73220"/>
                    </a:lnTo>
                    <a:lnTo>
                      <a:pt x="26475" y="74369"/>
                    </a:lnTo>
                    <a:lnTo>
                      <a:pt x="27043" y="74603"/>
                    </a:lnTo>
                    <a:lnTo>
                      <a:pt x="27619" y="74812"/>
                    </a:lnTo>
                    <a:lnTo>
                      <a:pt x="28202" y="74997"/>
                    </a:lnTo>
                    <a:lnTo>
                      <a:pt x="28790" y="75157"/>
                    </a:lnTo>
                    <a:lnTo>
                      <a:pt x="29384" y="75292"/>
                    </a:lnTo>
                    <a:lnTo>
                      <a:pt x="29982" y="75403"/>
                    </a:lnTo>
                    <a:lnTo>
                      <a:pt x="30583" y="75489"/>
                    </a:lnTo>
                    <a:lnTo>
                      <a:pt x="31187" y="75550"/>
                    </a:lnTo>
                    <a:lnTo>
                      <a:pt x="31793" y="75587"/>
                    </a:lnTo>
                    <a:lnTo>
                      <a:pt x="32399" y="75600"/>
                    </a:lnTo>
                    <a:lnTo>
                      <a:pt x="33006" y="75587"/>
                    </a:lnTo>
                    <a:lnTo>
                      <a:pt x="33612" y="75550"/>
                    </a:lnTo>
                    <a:lnTo>
                      <a:pt x="34216" y="75489"/>
                    </a:lnTo>
                    <a:lnTo>
                      <a:pt x="34817" y="75403"/>
                    </a:lnTo>
                    <a:lnTo>
                      <a:pt x="35415" y="75292"/>
                    </a:lnTo>
                    <a:lnTo>
                      <a:pt x="36009" y="75157"/>
                    </a:lnTo>
                    <a:lnTo>
                      <a:pt x="36597" y="74997"/>
                    </a:lnTo>
                    <a:lnTo>
                      <a:pt x="37180" y="74812"/>
                    </a:lnTo>
                    <a:lnTo>
                      <a:pt x="37756" y="74603"/>
                    </a:lnTo>
                    <a:lnTo>
                      <a:pt x="38324" y="74369"/>
                    </a:lnTo>
                    <a:lnTo>
                      <a:pt x="40700" y="73220"/>
                    </a:lnTo>
                    <a:lnTo>
                      <a:pt x="42986" y="71893"/>
                    </a:lnTo>
                    <a:lnTo>
                      <a:pt x="45178" y="70400"/>
                    </a:lnTo>
                    <a:lnTo>
                      <a:pt x="47273" y="68752"/>
                    </a:lnTo>
                    <a:lnTo>
                      <a:pt x="49268" y="66961"/>
                    </a:lnTo>
                    <a:lnTo>
                      <a:pt x="51158" y="65038"/>
                    </a:lnTo>
                    <a:lnTo>
                      <a:pt x="52941" y="62995"/>
                    </a:lnTo>
                    <a:lnTo>
                      <a:pt x="54614" y="60843"/>
                    </a:lnTo>
                    <a:lnTo>
                      <a:pt x="56172" y="58595"/>
                    </a:lnTo>
                    <a:lnTo>
                      <a:pt x="57612" y="56261"/>
                    </a:lnTo>
                    <a:lnTo>
                      <a:pt x="58932" y="53853"/>
                    </a:lnTo>
                    <a:lnTo>
                      <a:pt x="60127" y="51383"/>
                    </a:lnTo>
                    <a:lnTo>
                      <a:pt x="61194" y="48863"/>
                    </a:lnTo>
                    <a:lnTo>
                      <a:pt x="62130" y="46304"/>
                    </a:lnTo>
                    <a:lnTo>
                      <a:pt x="62932" y="43718"/>
                    </a:lnTo>
                    <a:lnTo>
                      <a:pt x="63595" y="41115"/>
                    </a:lnTo>
                    <a:lnTo>
                      <a:pt x="64117" y="38509"/>
                    </a:lnTo>
                    <a:lnTo>
                      <a:pt x="64494" y="35910"/>
                    </a:lnTo>
                    <a:lnTo>
                      <a:pt x="64723" y="33330"/>
                    </a:lnTo>
                    <a:lnTo>
                      <a:pt x="64799" y="30781"/>
                    </a:lnTo>
                    <a:lnTo>
                      <a:pt x="64692" y="28257"/>
                    </a:lnTo>
                    <a:lnTo>
                      <a:pt x="64375" y="25788"/>
                    </a:lnTo>
                    <a:lnTo>
                      <a:pt x="63858" y="23384"/>
                    </a:lnTo>
                    <a:lnTo>
                      <a:pt x="63148" y="21052"/>
                    </a:lnTo>
                    <a:lnTo>
                      <a:pt x="62253" y="18800"/>
                    </a:lnTo>
                    <a:lnTo>
                      <a:pt x="61183" y="16635"/>
                    </a:lnTo>
                    <a:lnTo>
                      <a:pt x="59945" y="14567"/>
                    </a:lnTo>
                    <a:lnTo>
                      <a:pt x="58548" y="12602"/>
                    </a:lnTo>
                    <a:lnTo>
                      <a:pt x="57000" y="10749"/>
                    </a:lnTo>
                    <a:lnTo>
                      <a:pt x="55310" y="9015"/>
                    </a:lnTo>
                    <a:lnTo>
                      <a:pt x="53485" y="7409"/>
                    </a:lnTo>
                    <a:lnTo>
                      <a:pt x="51534" y="5939"/>
                    </a:lnTo>
                    <a:lnTo>
                      <a:pt x="49466" y="4611"/>
                    </a:lnTo>
                    <a:lnTo>
                      <a:pt x="47289" y="3435"/>
                    </a:lnTo>
                    <a:lnTo>
                      <a:pt x="45011" y="2418"/>
                    </a:lnTo>
                    <a:lnTo>
                      <a:pt x="42640" y="1569"/>
                    </a:lnTo>
                    <a:lnTo>
                      <a:pt x="40186" y="894"/>
                    </a:lnTo>
                    <a:lnTo>
                      <a:pt x="37655" y="402"/>
                    </a:lnTo>
                    <a:lnTo>
                      <a:pt x="35057" y="102"/>
                    </a:lnTo>
                    <a:close/>
                  </a:path>
                </a:pathLst>
              </a:custGeom>
              <a:solidFill>
                <a:srgbClr val="168D83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g56"/>
              <p:cNvSpPr/>
              <p:nvPr/>
            </p:nvSpPr>
            <p:spPr>
              <a:xfrm>
                <a:off x="1456506" y="1014817"/>
                <a:ext cx="21599" cy="21599"/>
              </a:xfrm>
              <a:custGeom>
                <a:avLst/>
                <a:gdLst/>
                <a:ahLst/>
                <a:cxnLst/>
                <a:rect l="0" t="0" r="0" b="0"/>
                <a:pathLst>
                  <a:path w="21599" h="21599">
                    <a:moveTo>
                      <a:pt x="10800" y="21599"/>
                    </a:moveTo>
                    <a:lnTo>
                      <a:pt x="11685" y="21564"/>
                    </a:lnTo>
                    <a:lnTo>
                      <a:pt x="12551" y="21458"/>
                    </a:lnTo>
                    <a:lnTo>
                      <a:pt x="13395" y="21286"/>
                    </a:lnTo>
                    <a:lnTo>
                      <a:pt x="14213" y="21049"/>
                    </a:lnTo>
                    <a:lnTo>
                      <a:pt x="15003" y="20751"/>
                    </a:lnTo>
                    <a:lnTo>
                      <a:pt x="15763" y="20394"/>
                    </a:lnTo>
                    <a:lnTo>
                      <a:pt x="16489" y="19981"/>
                    </a:lnTo>
                    <a:lnTo>
                      <a:pt x="17178" y="19516"/>
                    </a:lnTo>
                    <a:lnTo>
                      <a:pt x="17828" y="19000"/>
                    </a:lnTo>
                    <a:lnTo>
                      <a:pt x="18436" y="18436"/>
                    </a:lnTo>
                    <a:lnTo>
                      <a:pt x="19000" y="17828"/>
                    </a:lnTo>
                    <a:lnTo>
                      <a:pt x="19516" y="17178"/>
                    </a:lnTo>
                    <a:lnTo>
                      <a:pt x="19981" y="16488"/>
                    </a:lnTo>
                    <a:lnTo>
                      <a:pt x="20394" y="15763"/>
                    </a:lnTo>
                    <a:lnTo>
                      <a:pt x="20751" y="15003"/>
                    </a:lnTo>
                    <a:lnTo>
                      <a:pt x="21049" y="14213"/>
                    </a:lnTo>
                    <a:lnTo>
                      <a:pt x="21286" y="13395"/>
                    </a:lnTo>
                    <a:lnTo>
                      <a:pt x="21458" y="12551"/>
                    </a:lnTo>
                    <a:lnTo>
                      <a:pt x="21564" y="11685"/>
                    </a:lnTo>
                    <a:lnTo>
                      <a:pt x="21599" y="10799"/>
                    </a:lnTo>
                    <a:lnTo>
                      <a:pt x="21564" y="9914"/>
                    </a:lnTo>
                    <a:lnTo>
                      <a:pt x="21458" y="9048"/>
                    </a:lnTo>
                    <a:lnTo>
                      <a:pt x="21286" y="8204"/>
                    </a:lnTo>
                    <a:lnTo>
                      <a:pt x="21049" y="7386"/>
                    </a:lnTo>
                    <a:lnTo>
                      <a:pt x="20751" y="6596"/>
                    </a:lnTo>
                    <a:lnTo>
                      <a:pt x="20394" y="5836"/>
                    </a:lnTo>
                    <a:lnTo>
                      <a:pt x="19981" y="5111"/>
                    </a:lnTo>
                    <a:lnTo>
                      <a:pt x="19516" y="4421"/>
                    </a:lnTo>
                    <a:lnTo>
                      <a:pt x="19000" y="3771"/>
                    </a:lnTo>
                    <a:lnTo>
                      <a:pt x="18436" y="3163"/>
                    </a:lnTo>
                    <a:lnTo>
                      <a:pt x="17828" y="2599"/>
                    </a:lnTo>
                    <a:lnTo>
                      <a:pt x="17178" y="2083"/>
                    </a:lnTo>
                    <a:lnTo>
                      <a:pt x="16489" y="1618"/>
                    </a:lnTo>
                    <a:lnTo>
                      <a:pt x="15763" y="1205"/>
                    </a:lnTo>
                    <a:lnTo>
                      <a:pt x="15003" y="848"/>
                    </a:lnTo>
                    <a:lnTo>
                      <a:pt x="14213" y="550"/>
                    </a:lnTo>
                    <a:lnTo>
                      <a:pt x="13395" y="313"/>
                    </a:lnTo>
                    <a:lnTo>
                      <a:pt x="12551" y="141"/>
                    </a:lnTo>
                    <a:lnTo>
                      <a:pt x="11685" y="35"/>
                    </a:lnTo>
                    <a:lnTo>
                      <a:pt x="10800" y="0"/>
                    </a:lnTo>
                    <a:lnTo>
                      <a:pt x="9914" y="35"/>
                    </a:lnTo>
                    <a:lnTo>
                      <a:pt x="9048" y="141"/>
                    </a:lnTo>
                    <a:lnTo>
                      <a:pt x="8204" y="313"/>
                    </a:lnTo>
                    <a:lnTo>
                      <a:pt x="7386" y="550"/>
                    </a:lnTo>
                    <a:lnTo>
                      <a:pt x="6596" y="848"/>
                    </a:lnTo>
                    <a:lnTo>
                      <a:pt x="5836" y="1205"/>
                    </a:lnTo>
                    <a:lnTo>
                      <a:pt x="5110" y="1618"/>
                    </a:lnTo>
                    <a:lnTo>
                      <a:pt x="4421" y="2083"/>
                    </a:lnTo>
                    <a:lnTo>
                      <a:pt x="3771" y="2599"/>
                    </a:lnTo>
                    <a:lnTo>
                      <a:pt x="3163" y="3163"/>
                    </a:lnTo>
                    <a:lnTo>
                      <a:pt x="2599" y="3771"/>
                    </a:lnTo>
                    <a:lnTo>
                      <a:pt x="2083" y="4421"/>
                    </a:lnTo>
                    <a:lnTo>
                      <a:pt x="1618" y="5111"/>
                    </a:lnTo>
                    <a:lnTo>
                      <a:pt x="1205" y="5836"/>
                    </a:lnTo>
                    <a:lnTo>
                      <a:pt x="848" y="6596"/>
                    </a:lnTo>
                    <a:lnTo>
                      <a:pt x="550" y="7386"/>
                    </a:lnTo>
                    <a:lnTo>
                      <a:pt x="313" y="8204"/>
                    </a:lnTo>
                    <a:lnTo>
                      <a:pt x="141" y="9048"/>
                    </a:lnTo>
                    <a:lnTo>
                      <a:pt x="35" y="9914"/>
                    </a:lnTo>
                    <a:lnTo>
                      <a:pt x="0" y="10799"/>
                    </a:lnTo>
                    <a:lnTo>
                      <a:pt x="35" y="11685"/>
                    </a:lnTo>
                    <a:lnTo>
                      <a:pt x="141" y="12551"/>
                    </a:lnTo>
                    <a:lnTo>
                      <a:pt x="313" y="13395"/>
                    </a:lnTo>
                    <a:lnTo>
                      <a:pt x="550" y="14213"/>
                    </a:lnTo>
                    <a:lnTo>
                      <a:pt x="848" y="15003"/>
                    </a:lnTo>
                    <a:lnTo>
                      <a:pt x="1205" y="15763"/>
                    </a:lnTo>
                    <a:lnTo>
                      <a:pt x="1618" y="16488"/>
                    </a:lnTo>
                    <a:lnTo>
                      <a:pt x="2083" y="17178"/>
                    </a:lnTo>
                    <a:lnTo>
                      <a:pt x="2599" y="17828"/>
                    </a:lnTo>
                    <a:lnTo>
                      <a:pt x="3163" y="18436"/>
                    </a:lnTo>
                    <a:lnTo>
                      <a:pt x="3771" y="19000"/>
                    </a:lnTo>
                    <a:lnTo>
                      <a:pt x="4421" y="19516"/>
                    </a:lnTo>
                    <a:lnTo>
                      <a:pt x="5110" y="19981"/>
                    </a:lnTo>
                    <a:lnTo>
                      <a:pt x="5836" y="20394"/>
                    </a:lnTo>
                    <a:lnTo>
                      <a:pt x="6596" y="20751"/>
                    </a:lnTo>
                    <a:lnTo>
                      <a:pt x="7386" y="21049"/>
                    </a:lnTo>
                    <a:lnTo>
                      <a:pt x="8204" y="21286"/>
                    </a:lnTo>
                    <a:lnTo>
                      <a:pt x="9048" y="21458"/>
                    </a:lnTo>
                    <a:lnTo>
                      <a:pt x="9914" y="2156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tx57"/>
              <p:cNvSpPr/>
              <p:nvPr/>
            </p:nvSpPr>
            <p:spPr>
              <a:xfrm>
                <a:off x="665479" y="599990"/>
                <a:ext cx="338602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252525">
                        <a:alpha val="100000"/>
                      </a:srgbClr>
                    </a:solidFill>
                    <a:latin typeface="Arial"/>
                    <a:cs typeface="Arial"/>
                  </a:rPr>
                  <a:t>Birthplace</a:t>
                </a:r>
              </a:p>
            </p:txBody>
          </p:sp>
          <p:sp>
            <p:nvSpPr>
              <p:cNvPr id="59" name="tx58"/>
              <p:cNvSpPr/>
              <p:nvPr/>
            </p:nvSpPr>
            <p:spPr>
              <a:xfrm>
                <a:off x="1524906" y="1069458"/>
                <a:ext cx="410474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252525">
                        <a:alpha val="100000"/>
                      </a:srgbClr>
                    </a:solidFill>
                    <a:latin typeface="Arial"/>
                    <a:cs typeface="Arial"/>
                  </a:rPr>
                  <a:t>Recruitment</a:t>
                </a:r>
              </a:p>
            </p:txBody>
          </p:sp>
          <p:sp>
            <p:nvSpPr>
              <p:cNvPr id="60" name="tx59"/>
              <p:cNvSpPr/>
              <p:nvPr/>
            </p:nvSpPr>
            <p:spPr>
              <a:xfrm>
                <a:off x="1524906" y="1179186"/>
                <a:ext cx="330189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252525">
                        <a:alpha val="100000"/>
                      </a:srgbClr>
                    </a:solidFill>
                    <a:latin typeface="Arial"/>
                    <a:cs typeface="Arial"/>
                  </a:rPr>
                  <a:t>residence</a:t>
                </a:r>
              </a:p>
            </p:txBody>
          </p:sp>
          <p:sp>
            <p:nvSpPr>
              <p:cNvPr id="61" name="pl60"/>
              <p:cNvSpPr/>
              <p:nvPr/>
            </p:nvSpPr>
            <p:spPr>
              <a:xfrm>
                <a:off x="2196000" y="287999"/>
                <a:ext cx="0" cy="1148400"/>
              </a:xfrm>
              <a:custGeom>
                <a:avLst/>
                <a:gdLst/>
                <a:ahLst/>
                <a:cxnLst/>
                <a:rect l="0" t="0" r="0" b="0"/>
                <a:pathLst>
                  <a:path h="1148400">
                    <a:moveTo>
                      <a:pt x="0" y="0"/>
                    </a:moveTo>
                    <a:lnTo>
                      <a:pt x="0" y="1148400"/>
                    </a:lnTo>
                  </a:path>
                </a:pathLst>
              </a:custGeom>
              <a:ln w="3333" cap="rnd">
                <a:solidFill>
                  <a:srgbClr val="E2E6E5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tx61"/>
              <p:cNvSpPr/>
              <p:nvPr/>
            </p:nvSpPr>
            <p:spPr>
              <a:xfrm>
                <a:off x="3592330" y="281378"/>
                <a:ext cx="202539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2667AD">
                        <a:alpha val="100000"/>
                      </a:srgbClr>
                    </a:solidFill>
                    <a:latin typeface="Arial"/>
                    <a:cs typeface="Arial"/>
                  </a:rPr>
                  <a:t>ΔTDI</a:t>
                </a:r>
              </a:p>
            </p:txBody>
          </p:sp>
          <p:sp>
            <p:nvSpPr>
              <p:cNvPr id="63" name="pl62"/>
              <p:cNvSpPr/>
              <p:nvPr/>
            </p:nvSpPr>
            <p:spPr>
              <a:xfrm>
                <a:off x="3099600" y="399600"/>
                <a:ext cx="594000" cy="0"/>
              </a:xfrm>
              <a:custGeom>
                <a:avLst/>
                <a:gdLst/>
                <a:ahLst/>
                <a:cxnLst/>
                <a:rect l="0" t="0" r="0" b="0"/>
                <a:pathLst>
                  <a:path w="594000">
                    <a:moveTo>
                      <a:pt x="594000" y="0"/>
                    </a:moveTo>
                    <a:lnTo>
                      <a:pt x="0" y="0"/>
                    </a:lnTo>
                  </a:path>
                </a:pathLst>
              </a:custGeom>
              <a:ln w="5714" cap="rnd">
                <a:solidFill>
                  <a:srgbClr val="B2182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pg63"/>
              <p:cNvSpPr/>
              <p:nvPr/>
            </p:nvSpPr>
            <p:spPr>
              <a:xfrm>
                <a:off x="3099600" y="387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20264" y="0"/>
                    </a:moveTo>
                    <a:lnTo>
                      <a:pt x="0" y="11700"/>
                    </a:lnTo>
                    <a:lnTo>
                      <a:pt x="20264" y="23400"/>
                    </a:lnTo>
                    <a:close/>
                  </a:path>
                </a:pathLst>
              </a:custGeom>
              <a:solidFill>
                <a:srgbClr val="B2182B">
                  <a:alpha val="100000"/>
                </a:srgbClr>
              </a:solidFill>
              <a:ln w="5714" cap="rnd">
                <a:solidFill>
                  <a:srgbClr val="B2182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pl64"/>
              <p:cNvSpPr/>
              <p:nvPr/>
            </p:nvSpPr>
            <p:spPr>
              <a:xfrm>
                <a:off x="3693600" y="399600"/>
                <a:ext cx="593999" cy="0"/>
              </a:xfrm>
              <a:custGeom>
                <a:avLst/>
                <a:gdLst/>
                <a:ahLst/>
                <a:cxnLst/>
                <a:rect l="0" t="0" r="0" b="0"/>
                <a:pathLst>
                  <a:path w="593999">
                    <a:moveTo>
                      <a:pt x="0" y="0"/>
                    </a:moveTo>
                    <a:lnTo>
                      <a:pt x="593999" y="0"/>
                    </a:lnTo>
                  </a:path>
                </a:pathLst>
              </a:custGeom>
              <a:ln w="5714" cap="rnd">
                <a:solidFill>
                  <a:srgbClr val="2667A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pg65"/>
              <p:cNvSpPr/>
              <p:nvPr/>
            </p:nvSpPr>
            <p:spPr>
              <a:xfrm>
                <a:off x="4267335" y="387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0" y="23400"/>
                    </a:moveTo>
                    <a:lnTo>
                      <a:pt x="20264" y="11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667AD">
                  <a:alpha val="100000"/>
                </a:srgbClr>
              </a:solidFill>
              <a:ln w="5714" cap="rnd">
                <a:solidFill>
                  <a:srgbClr val="2667A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tx66"/>
              <p:cNvSpPr/>
              <p:nvPr/>
            </p:nvSpPr>
            <p:spPr>
              <a:xfrm>
                <a:off x="3448860" y="587378"/>
                <a:ext cx="489478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A58A6D">
                        <a:alpha val="100000"/>
                      </a:srgbClr>
                    </a:solidFill>
                    <a:latin typeface="Arial"/>
                    <a:cs typeface="Arial"/>
                  </a:rPr>
                  <a:t>Rural–urban</a:t>
                </a:r>
              </a:p>
            </p:txBody>
          </p:sp>
          <p:sp>
            <p:nvSpPr>
              <p:cNvPr id="68" name="pl67"/>
              <p:cNvSpPr/>
              <p:nvPr/>
            </p:nvSpPr>
            <p:spPr>
              <a:xfrm>
                <a:off x="3099600" y="705600"/>
                <a:ext cx="1187999" cy="0"/>
              </a:xfrm>
              <a:custGeom>
                <a:avLst/>
                <a:gdLst/>
                <a:ahLst/>
                <a:cxnLst/>
                <a:rect l="0" t="0" r="0" b="0"/>
                <a:pathLst>
                  <a:path w="1187999">
                    <a:moveTo>
                      <a:pt x="0" y="0"/>
                    </a:moveTo>
                    <a:lnTo>
                      <a:pt x="1187999" y="0"/>
                    </a:lnTo>
                  </a:path>
                </a:pathLst>
              </a:custGeom>
              <a:ln w="5714" cap="rnd">
                <a:solidFill>
                  <a:srgbClr val="A58A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pg68"/>
              <p:cNvSpPr/>
              <p:nvPr/>
            </p:nvSpPr>
            <p:spPr>
              <a:xfrm>
                <a:off x="3099600" y="693900"/>
                <a:ext cx="20264" cy="23399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399">
                    <a:moveTo>
                      <a:pt x="20264" y="0"/>
                    </a:moveTo>
                    <a:lnTo>
                      <a:pt x="0" y="11700"/>
                    </a:lnTo>
                    <a:lnTo>
                      <a:pt x="20264" y="23399"/>
                    </a:lnTo>
                    <a:close/>
                  </a:path>
                </a:pathLst>
              </a:custGeom>
              <a:solidFill>
                <a:srgbClr val="A58A6D">
                  <a:alpha val="100000"/>
                </a:srgbClr>
              </a:solidFill>
              <a:ln w="5714" cap="rnd">
                <a:solidFill>
                  <a:srgbClr val="A58A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pg69"/>
              <p:cNvSpPr/>
              <p:nvPr/>
            </p:nvSpPr>
            <p:spPr>
              <a:xfrm>
                <a:off x="4267335" y="693900"/>
                <a:ext cx="20264" cy="23399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399">
                    <a:moveTo>
                      <a:pt x="0" y="23399"/>
                    </a:moveTo>
                    <a:lnTo>
                      <a:pt x="20264" y="11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8A6D">
                  <a:alpha val="100000"/>
                </a:srgbClr>
              </a:solidFill>
              <a:ln w="5714" cap="rnd">
                <a:solidFill>
                  <a:srgbClr val="A58A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tx70"/>
              <p:cNvSpPr/>
              <p:nvPr/>
            </p:nvSpPr>
            <p:spPr>
              <a:xfrm>
                <a:off x="3441774" y="893378"/>
                <a:ext cx="503651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77519D">
                        <a:alpha val="100000"/>
                      </a:srgbClr>
                    </a:solidFill>
                    <a:latin typeface="Arial"/>
                    <a:cs typeface="Arial"/>
                  </a:rPr>
                  <a:t>Cross TTWA</a:t>
                </a:r>
              </a:p>
            </p:txBody>
          </p:sp>
          <p:sp>
            <p:nvSpPr>
              <p:cNvPr id="72" name="pl71"/>
              <p:cNvSpPr/>
              <p:nvPr/>
            </p:nvSpPr>
            <p:spPr>
              <a:xfrm>
                <a:off x="3099600" y="1011600"/>
                <a:ext cx="1187999" cy="0"/>
              </a:xfrm>
              <a:custGeom>
                <a:avLst/>
                <a:gdLst/>
                <a:ahLst/>
                <a:cxnLst/>
                <a:rect l="0" t="0" r="0" b="0"/>
                <a:pathLst>
                  <a:path w="1187999">
                    <a:moveTo>
                      <a:pt x="0" y="0"/>
                    </a:moveTo>
                    <a:lnTo>
                      <a:pt x="1187999" y="0"/>
                    </a:lnTo>
                  </a:path>
                </a:pathLst>
              </a:custGeom>
              <a:ln w="5714" cap="rnd">
                <a:solidFill>
                  <a:srgbClr val="77519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" name="pg72"/>
              <p:cNvSpPr/>
              <p:nvPr/>
            </p:nvSpPr>
            <p:spPr>
              <a:xfrm>
                <a:off x="3099600" y="999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20264" y="0"/>
                    </a:moveTo>
                    <a:lnTo>
                      <a:pt x="0" y="11700"/>
                    </a:lnTo>
                    <a:lnTo>
                      <a:pt x="20264" y="23400"/>
                    </a:lnTo>
                    <a:close/>
                  </a:path>
                </a:pathLst>
              </a:custGeom>
              <a:solidFill>
                <a:srgbClr val="77519D">
                  <a:alpha val="100000"/>
                </a:srgbClr>
              </a:solidFill>
              <a:ln w="5714" cap="rnd">
                <a:solidFill>
                  <a:srgbClr val="77519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pg73"/>
              <p:cNvSpPr/>
              <p:nvPr/>
            </p:nvSpPr>
            <p:spPr>
              <a:xfrm>
                <a:off x="4267335" y="999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0" y="23400"/>
                    </a:moveTo>
                    <a:lnTo>
                      <a:pt x="20264" y="11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519D">
                  <a:alpha val="100000"/>
                </a:srgbClr>
              </a:solidFill>
              <a:ln w="5714" cap="rnd">
                <a:solidFill>
                  <a:srgbClr val="77519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tx74"/>
              <p:cNvSpPr/>
              <p:nvPr/>
            </p:nvSpPr>
            <p:spPr>
              <a:xfrm>
                <a:off x="3387138" y="1199378"/>
                <a:ext cx="612922" cy="636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700" b="0" i="0">
                    <a:solidFill>
                      <a:srgbClr val="7F9FB8">
                        <a:alpha val="100000"/>
                      </a:srgbClr>
                    </a:solidFill>
                    <a:latin typeface="Arial"/>
                    <a:cs typeface="Arial"/>
                  </a:rPr>
                  <a:t>Density change</a:t>
                </a:r>
              </a:p>
            </p:txBody>
          </p:sp>
          <p:sp>
            <p:nvSpPr>
              <p:cNvPr id="76" name="pl75"/>
              <p:cNvSpPr/>
              <p:nvPr/>
            </p:nvSpPr>
            <p:spPr>
              <a:xfrm>
                <a:off x="3099600" y="1317600"/>
                <a:ext cx="1187999" cy="0"/>
              </a:xfrm>
              <a:custGeom>
                <a:avLst/>
                <a:gdLst/>
                <a:ahLst/>
                <a:cxnLst/>
                <a:rect l="0" t="0" r="0" b="0"/>
                <a:pathLst>
                  <a:path w="1187999">
                    <a:moveTo>
                      <a:pt x="0" y="0"/>
                    </a:moveTo>
                    <a:lnTo>
                      <a:pt x="1187999" y="0"/>
                    </a:lnTo>
                  </a:path>
                </a:pathLst>
              </a:custGeom>
              <a:ln w="5714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pg76"/>
              <p:cNvSpPr/>
              <p:nvPr/>
            </p:nvSpPr>
            <p:spPr>
              <a:xfrm>
                <a:off x="3099600" y="1305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20264" y="0"/>
                    </a:moveTo>
                    <a:lnTo>
                      <a:pt x="0" y="11700"/>
                    </a:lnTo>
                    <a:lnTo>
                      <a:pt x="20264" y="23400"/>
                    </a:lnTo>
                    <a:close/>
                  </a:path>
                </a:pathLst>
              </a:custGeom>
              <a:solidFill>
                <a:srgbClr val="7F9FB8">
                  <a:alpha val="100000"/>
                </a:srgbClr>
              </a:solidFill>
              <a:ln w="5714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pg77"/>
              <p:cNvSpPr/>
              <p:nvPr/>
            </p:nvSpPr>
            <p:spPr>
              <a:xfrm>
                <a:off x="4267335" y="1305900"/>
                <a:ext cx="20264" cy="23400"/>
              </a:xfrm>
              <a:custGeom>
                <a:avLst/>
                <a:gdLst/>
                <a:ahLst/>
                <a:cxnLst/>
                <a:rect l="0" t="0" r="0" b="0"/>
                <a:pathLst>
                  <a:path w="20264" h="23400">
                    <a:moveTo>
                      <a:pt x="0" y="23400"/>
                    </a:moveTo>
                    <a:lnTo>
                      <a:pt x="20264" y="11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9FB8">
                  <a:alpha val="100000"/>
                </a:srgbClr>
              </a:solidFill>
              <a:ln w="5714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pg78"/>
              <p:cNvSpPr/>
              <p:nvPr/>
            </p:nvSpPr>
            <p:spPr>
              <a:xfrm>
                <a:off x="2426400" y="268199"/>
                <a:ext cx="162000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2000" h="104400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2000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B2182B">
                  <a:alpha val="36078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pg79"/>
              <p:cNvSpPr/>
              <p:nvPr/>
            </p:nvSpPr>
            <p:spPr>
              <a:xfrm>
                <a:off x="2570400" y="268199"/>
                <a:ext cx="140400" cy="97199"/>
              </a:xfrm>
              <a:custGeom>
                <a:avLst/>
                <a:gdLst/>
                <a:ahLst/>
                <a:cxnLst/>
                <a:rect l="0" t="0" r="0" b="0"/>
                <a:pathLst>
                  <a:path w="140400" h="97199">
                    <a:moveTo>
                      <a:pt x="0" y="0"/>
                    </a:moveTo>
                    <a:lnTo>
                      <a:pt x="140400" y="14400"/>
                    </a:lnTo>
                    <a:lnTo>
                      <a:pt x="125999" y="97199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B2182B">
                  <a:alpha val="6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pg80"/>
              <p:cNvSpPr/>
              <p:nvPr/>
            </p:nvSpPr>
            <p:spPr>
              <a:xfrm>
                <a:off x="2696400" y="282600"/>
                <a:ext cx="151200" cy="1187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799">
                    <a:moveTo>
                      <a:pt x="14400" y="0"/>
                    </a:moveTo>
                    <a:lnTo>
                      <a:pt x="151200" y="39599"/>
                    </a:lnTo>
                    <a:lnTo>
                      <a:pt x="136800" y="118799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B2182B">
                  <a:alpha val="43921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pg81"/>
              <p:cNvSpPr/>
              <p:nvPr/>
            </p:nvSpPr>
            <p:spPr>
              <a:xfrm>
                <a:off x="2437200" y="354600"/>
                <a:ext cx="151200" cy="936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600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600"/>
                    </a:lnTo>
                    <a:lnTo>
                      <a:pt x="14400" y="64800"/>
                    </a:lnTo>
                    <a:close/>
                  </a:path>
                </a:pathLst>
              </a:custGeom>
              <a:solidFill>
                <a:srgbClr val="B2182B">
                  <a:alpha val="60000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pg82"/>
              <p:cNvSpPr/>
              <p:nvPr/>
            </p:nvSpPr>
            <p:spPr>
              <a:xfrm>
                <a:off x="2570400" y="354600"/>
                <a:ext cx="158400" cy="100800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800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800"/>
                    </a:lnTo>
                    <a:lnTo>
                      <a:pt x="0" y="93600"/>
                    </a:lnTo>
                    <a:close/>
                  </a:path>
                </a:pathLst>
              </a:custGeom>
              <a:solidFill>
                <a:srgbClr val="B2182B">
                  <a:alpha val="8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pg83"/>
              <p:cNvSpPr/>
              <p:nvPr/>
            </p:nvSpPr>
            <p:spPr>
              <a:xfrm>
                <a:off x="2696400" y="365399"/>
                <a:ext cx="136800" cy="90000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90000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200"/>
                    </a:lnTo>
                    <a:lnTo>
                      <a:pt x="32400" y="90000"/>
                    </a:lnTo>
                    <a:close/>
                  </a:path>
                </a:pathLst>
              </a:custGeom>
              <a:solidFill>
                <a:srgbClr val="B2182B">
                  <a:alpha val="5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pg84"/>
              <p:cNvSpPr/>
              <p:nvPr/>
            </p:nvSpPr>
            <p:spPr>
              <a:xfrm>
                <a:off x="4536000" y="268199"/>
                <a:ext cx="161999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1999" h="104400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1999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2667AD">
                  <a:alpha val="3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pg85"/>
              <p:cNvSpPr/>
              <p:nvPr/>
            </p:nvSpPr>
            <p:spPr>
              <a:xfrm>
                <a:off x="4680000" y="268199"/>
                <a:ext cx="140399" cy="97199"/>
              </a:xfrm>
              <a:custGeom>
                <a:avLst/>
                <a:gdLst/>
                <a:ahLst/>
                <a:cxnLst/>
                <a:rect l="0" t="0" r="0" b="0"/>
                <a:pathLst>
                  <a:path w="140399" h="97199">
                    <a:moveTo>
                      <a:pt x="0" y="0"/>
                    </a:moveTo>
                    <a:lnTo>
                      <a:pt x="140399" y="14400"/>
                    </a:lnTo>
                    <a:lnTo>
                      <a:pt x="125999" y="97199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2667AD">
                  <a:alpha val="56862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pg86"/>
              <p:cNvSpPr/>
              <p:nvPr/>
            </p:nvSpPr>
            <p:spPr>
              <a:xfrm>
                <a:off x="4805999" y="282600"/>
                <a:ext cx="151200" cy="1187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799">
                    <a:moveTo>
                      <a:pt x="14400" y="0"/>
                    </a:moveTo>
                    <a:lnTo>
                      <a:pt x="151200" y="39599"/>
                    </a:lnTo>
                    <a:lnTo>
                      <a:pt x="136800" y="118799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2667AD">
                  <a:alpha val="40000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pg87"/>
              <p:cNvSpPr/>
              <p:nvPr/>
            </p:nvSpPr>
            <p:spPr>
              <a:xfrm>
                <a:off x="4546799" y="354600"/>
                <a:ext cx="151200" cy="936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600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600"/>
                    </a:lnTo>
                    <a:lnTo>
                      <a:pt x="14400" y="64800"/>
                    </a:lnTo>
                    <a:close/>
                  </a:path>
                </a:pathLst>
              </a:custGeom>
              <a:solidFill>
                <a:srgbClr val="2667AD">
                  <a:alpha val="6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" name="pg88"/>
              <p:cNvSpPr/>
              <p:nvPr/>
            </p:nvSpPr>
            <p:spPr>
              <a:xfrm>
                <a:off x="4680000" y="354600"/>
                <a:ext cx="158400" cy="100800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800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800"/>
                    </a:lnTo>
                    <a:lnTo>
                      <a:pt x="0" y="93600"/>
                    </a:lnTo>
                    <a:close/>
                  </a:path>
                </a:pathLst>
              </a:custGeom>
              <a:solidFill>
                <a:srgbClr val="2667AD">
                  <a:alpha val="45882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" name="pg89"/>
              <p:cNvSpPr/>
              <p:nvPr/>
            </p:nvSpPr>
            <p:spPr>
              <a:xfrm>
                <a:off x="4805999" y="365399"/>
                <a:ext cx="136800" cy="90000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90000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200"/>
                    </a:lnTo>
                    <a:lnTo>
                      <a:pt x="32400" y="90000"/>
                    </a:lnTo>
                    <a:close/>
                  </a:path>
                </a:pathLst>
              </a:custGeom>
              <a:solidFill>
                <a:srgbClr val="2667AD">
                  <a:alpha val="2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pg90"/>
              <p:cNvSpPr/>
              <p:nvPr/>
            </p:nvSpPr>
            <p:spPr>
              <a:xfrm>
                <a:off x="2609100" y="327299"/>
                <a:ext cx="44999" cy="52500"/>
              </a:xfrm>
              <a:custGeom>
                <a:avLst/>
                <a:gdLst/>
                <a:ahLst/>
                <a:cxnLst/>
                <a:rect l="0" t="0" r="0" b="0"/>
                <a:pathLst>
                  <a:path w="44999" h="52500">
                    <a:moveTo>
                      <a:pt x="22500" y="0"/>
                    </a:moveTo>
                    <a:lnTo>
                      <a:pt x="20654" y="70"/>
                    </a:lnTo>
                    <a:lnTo>
                      <a:pt x="18850" y="279"/>
                    </a:lnTo>
                    <a:lnTo>
                      <a:pt x="17092" y="621"/>
                    </a:lnTo>
                    <a:lnTo>
                      <a:pt x="15388" y="1089"/>
                    </a:lnTo>
                    <a:lnTo>
                      <a:pt x="13741" y="1679"/>
                    </a:lnTo>
                    <a:lnTo>
                      <a:pt x="12159" y="2385"/>
                    </a:lnTo>
                    <a:lnTo>
                      <a:pt x="10647" y="3202"/>
                    </a:lnTo>
                    <a:lnTo>
                      <a:pt x="9211" y="4124"/>
                    </a:lnTo>
                    <a:lnTo>
                      <a:pt x="7857" y="5145"/>
                    </a:lnTo>
                    <a:lnTo>
                      <a:pt x="6590" y="6260"/>
                    </a:lnTo>
                    <a:lnTo>
                      <a:pt x="5416" y="7464"/>
                    </a:lnTo>
                    <a:lnTo>
                      <a:pt x="4341" y="8751"/>
                    </a:lnTo>
                    <a:lnTo>
                      <a:pt x="3371" y="10116"/>
                    </a:lnTo>
                    <a:lnTo>
                      <a:pt x="2511" y="11552"/>
                    </a:lnTo>
                    <a:lnTo>
                      <a:pt x="1768" y="13055"/>
                    </a:lnTo>
                    <a:lnTo>
                      <a:pt x="1147" y="14619"/>
                    </a:lnTo>
                    <a:lnTo>
                      <a:pt x="653" y="16239"/>
                    </a:lnTo>
                    <a:lnTo>
                      <a:pt x="294" y="17908"/>
                    </a:lnTo>
                    <a:lnTo>
                      <a:pt x="74" y="19622"/>
                    </a:lnTo>
                    <a:lnTo>
                      <a:pt x="0" y="21376"/>
                    </a:lnTo>
                    <a:lnTo>
                      <a:pt x="53" y="23146"/>
                    </a:lnTo>
                    <a:lnTo>
                      <a:pt x="212" y="24938"/>
                    </a:lnTo>
                    <a:lnTo>
                      <a:pt x="474" y="26742"/>
                    </a:lnTo>
                    <a:lnTo>
                      <a:pt x="836" y="28552"/>
                    </a:lnTo>
                    <a:lnTo>
                      <a:pt x="1297" y="30359"/>
                    </a:lnTo>
                    <a:lnTo>
                      <a:pt x="1853" y="32155"/>
                    </a:lnTo>
                    <a:lnTo>
                      <a:pt x="2503" y="33933"/>
                    </a:lnTo>
                    <a:lnTo>
                      <a:pt x="3244" y="35683"/>
                    </a:lnTo>
                    <a:lnTo>
                      <a:pt x="4074" y="37398"/>
                    </a:lnTo>
                    <a:lnTo>
                      <a:pt x="4991" y="39070"/>
                    </a:lnTo>
                    <a:lnTo>
                      <a:pt x="5991" y="40690"/>
                    </a:lnTo>
                    <a:lnTo>
                      <a:pt x="7073" y="42252"/>
                    </a:lnTo>
                    <a:lnTo>
                      <a:pt x="8234" y="43746"/>
                    </a:lnTo>
                    <a:lnTo>
                      <a:pt x="9473" y="45165"/>
                    </a:lnTo>
                    <a:lnTo>
                      <a:pt x="10785" y="46500"/>
                    </a:lnTo>
                    <a:lnTo>
                      <a:pt x="12170" y="47744"/>
                    </a:lnTo>
                    <a:lnTo>
                      <a:pt x="13625" y="48889"/>
                    </a:lnTo>
                    <a:lnTo>
                      <a:pt x="15148" y="49926"/>
                    </a:lnTo>
                    <a:lnTo>
                      <a:pt x="16735" y="50847"/>
                    </a:lnTo>
                    <a:lnTo>
                      <a:pt x="18385" y="51645"/>
                    </a:lnTo>
                    <a:lnTo>
                      <a:pt x="18780" y="51807"/>
                    </a:lnTo>
                    <a:lnTo>
                      <a:pt x="19180" y="51953"/>
                    </a:lnTo>
                    <a:lnTo>
                      <a:pt x="19584" y="52081"/>
                    </a:lnTo>
                    <a:lnTo>
                      <a:pt x="19993" y="52192"/>
                    </a:lnTo>
                    <a:lnTo>
                      <a:pt x="20405" y="52286"/>
                    </a:lnTo>
                    <a:lnTo>
                      <a:pt x="20821" y="52363"/>
                    </a:lnTo>
                    <a:lnTo>
                      <a:pt x="21238" y="52423"/>
                    </a:lnTo>
                    <a:lnTo>
                      <a:pt x="21658" y="52465"/>
                    </a:lnTo>
                    <a:lnTo>
                      <a:pt x="22078" y="52491"/>
                    </a:lnTo>
                    <a:lnTo>
                      <a:pt x="22500" y="52500"/>
                    </a:lnTo>
                    <a:lnTo>
                      <a:pt x="22921" y="52491"/>
                    </a:lnTo>
                    <a:lnTo>
                      <a:pt x="23341" y="52465"/>
                    </a:lnTo>
                    <a:lnTo>
                      <a:pt x="23761" y="52423"/>
                    </a:lnTo>
                    <a:lnTo>
                      <a:pt x="24178" y="52363"/>
                    </a:lnTo>
                    <a:lnTo>
                      <a:pt x="24594" y="52286"/>
                    </a:lnTo>
                    <a:lnTo>
                      <a:pt x="25006" y="52192"/>
                    </a:lnTo>
                    <a:lnTo>
                      <a:pt x="25415" y="52081"/>
                    </a:lnTo>
                    <a:lnTo>
                      <a:pt x="25819" y="51953"/>
                    </a:lnTo>
                    <a:lnTo>
                      <a:pt x="26219" y="51807"/>
                    </a:lnTo>
                    <a:lnTo>
                      <a:pt x="26614" y="51645"/>
                    </a:lnTo>
                    <a:lnTo>
                      <a:pt x="28264" y="50847"/>
                    </a:lnTo>
                    <a:lnTo>
                      <a:pt x="29851" y="49926"/>
                    </a:lnTo>
                    <a:lnTo>
                      <a:pt x="31374" y="48889"/>
                    </a:lnTo>
                    <a:lnTo>
                      <a:pt x="32829" y="47744"/>
                    </a:lnTo>
                    <a:lnTo>
                      <a:pt x="34214" y="46500"/>
                    </a:lnTo>
                    <a:lnTo>
                      <a:pt x="35526" y="45165"/>
                    </a:lnTo>
                    <a:lnTo>
                      <a:pt x="36765" y="43746"/>
                    </a:lnTo>
                    <a:lnTo>
                      <a:pt x="37926" y="42252"/>
                    </a:lnTo>
                    <a:lnTo>
                      <a:pt x="39008" y="40690"/>
                    </a:lnTo>
                    <a:lnTo>
                      <a:pt x="40008" y="39070"/>
                    </a:lnTo>
                    <a:lnTo>
                      <a:pt x="40925" y="37398"/>
                    </a:lnTo>
                    <a:lnTo>
                      <a:pt x="41755" y="35683"/>
                    </a:lnTo>
                    <a:lnTo>
                      <a:pt x="42496" y="33933"/>
                    </a:lnTo>
                    <a:lnTo>
                      <a:pt x="43146" y="32155"/>
                    </a:lnTo>
                    <a:lnTo>
                      <a:pt x="43702" y="30359"/>
                    </a:lnTo>
                    <a:lnTo>
                      <a:pt x="44163" y="28552"/>
                    </a:lnTo>
                    <a:lnTo>
                      <a:pt x="44525" y="26742"/>
                    </a:lnTo>
                    <a:lnTo>
                      <a:pt x="44787" y="24938"/>
                    </a:lnTo>
                    <a:lnTo>
                      <a:pt x="44946" y="23146"/>
                    </a:lnTo>
                    <a:lnTo>
                      <a:pt x="44999" y="21376"/>
                    </a:lnTo>
                    <a:lnTo>
                      <a:pt x="44925" y="19622"/>
                    </a:lnTo>
                    <a:lnTo>
                      <a:pt x="44705" y="17908"/>
                    </a:lnTo>
                    <a:lnTo>
                      <a:pt x="44346" y="16239"/>
                    </a:lnTo>
                    <a:lnTo>
                      <a:pt x="43852" y="14619"/>
                    </a:lnTo>
                    <a:lnTo>
                      <a:pt x="43231" y="13055"/>
                    </a:lnTo>
                    <a:lnTo>
                      <a:pt x="42488" y="11552"/>
                    </a:lnTo>
                    <a:lnTo>
                      <a:pt x="41628" y="10116"/>
                    </a:lnTo>
                    <a:lnTo>
                      <a:pt x="40658" y="8751"/>
                    </a:lnTo>
                    <a:lnTo>
                      <a:pt x="39583" y="7464"/>
                    </a:lnTo>
                    <a:lnTo>
                      <a:pt x="38409" y="6260"/>
                    </a:lnTo>
                    <a:lnTo>
                      <a:pt x="37142" y="5145"/>
                    </a:lnTo>
                    <a:lnTo>
                      <a:pt x="35788" y="4124"/>
                    </a:lnTo>
                    <a:lnTo>
                      <a:pt x="34352" y="3202"/>
                    </a:lnTo>
                    <a:lnTo>
                      <a:pt x="32840" y="2385"/>
                    </a:lnTo>
                    <a:lnTo>
                      <a:pt x="31258" y="1679"/>
                    </a:lnTo>
                    <a:lnTo>
                      <a:pt x="29611" y="1089"/>
                    </a:lnTo>
                    <a:lnTo>
                      <a:pt x="27907" y="621"/>
                    </a:lnTo>
                    <a:lnTo>
                      <a:pt x="26149" y="279"/>
                    </a:lnTo>
                    <a:lnTo>
                      <a:pt x="24345" y="70"/>
                    </a:lnTo>
                    <a:close/>
                  </a:path>
                </a:pathLst>
              </a:custGeom>
              <a:solidFill>
                <a:srgbClr val="B2182B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" name="pg91"/>
              <p:cNvSpPr/>
              <p:nvPr/>
            </p:nvSpPr>
            <p:spPr>
              <a:xfrm>
                <a:off x="2624100" y="342299"/>
                <a:ext cx="14999" cy="14999"/>
              </a:xfrm>
              <a:custGeom>
                <a:avLst/>
                <a:gdLst/>
                <a:ahLst/>
                <a:cxnLst/>
                <a:rect l="0" t="0" r="0" b="0"/>
                <a:pathLst>
                  <a:path w="14999" h="14999">
                    <a:moveTo>
                      <a:pt x="7500" y="14999"/>
                    </a:moveTo>
                    <a:lnTo>
                      <a:pt x="8115" y="14975"/>
                    </a:lnTo>
                    <a:lnTo>
                      <a:pt x="8716" y="14901"/>
                    </a:lnTo>
                    <a:lnTo>
                      <a:pt x="9302" y="14782"/>
                    </a:lnTo>
                    <a:lnTo>
                      <a:pt x="9870" y="14617"/>
                    </a:lnTo>
                    <a:lnTo>
                      <a:pt x="10419" y="14410"/>
                    </a:lnTo>
                    <a:lnTo>
                      <a:pt x="10946" y="14162"/>
                    </a:lnTo>
                    <a:lnTo>
                      <a:pt x="11450" y="13876"/>
                    </a:lnTo>
                    <a:lnTo>
                      <a:pt x="11929" y="13552"/>
                    </a:lnTo>
                    <a:lnTo>
                      <a:pt x="12380" y="13194"/>
                    </a:lnTo>
                    <a:lnTo>
                      <a:pt x="12803" y="12803"/>
                    </a:lnTo>
                    <a:lnTo>
                      <a:pt x="13194" y="12380"/>
                    </a:lnTo>
                    <a:lnTo>
                      <a:pt x="13552" y="11929"/>
                    </a:lnTo>
                    <a:lnTo>
                      <a:pt x="13876" y="11450"/>
                    </a:lnTo>
                    <a:lnTo>
                      <a:pt x="14162" y="10946"/>
                    </a:lnTo>
                    <a:lnTo>
                      <a:pt x="14410" y="10419"/>
                    </a:lnTo>
                    <a:lnTo>
                      <a:pt x="14617" y="9870"/>
                    </a:lnTo>
                    <a:lnTo>
                      <a:pt x="14782" y="9302"/>
                    </a:lnTo>
                    <a:lnTo>
                      <a:pt x="14901" y="8716"/>
                    </a:lnTo>
                    <a:lnTo>
                      <a:pt x="14975" y="8115"/>
                    </a:lnTo>
                    <a:lnTo>
                      <a:pt x="14999" y="7500"/>
                    </a:lnTo>
                    <a:lnTo>
                      <a:pt x="14975" y="6884"/>
                    </a:lnTo>
                    <a:lnTo>
                      <a:pt x="14901" y="6283"/>
                    </a:lnTo>
                    <a:lnTo>
                      <a:pt x="14782" y="5697"/>
                    </a:lnTo>
                    <a:lnTo>
                      <a:pt x="14617" y="5129"/>
                    </a:lnTo>
                    <a:lnTo>
                      <a:pt x="14410" y="4580"/>
                    </a:lnTo>
                    <a:lnTo>
                      <a:pt x="14162" y="4053"/>
                    </a:lnTo>
                    <a:lnTo>
                      <a:pt x="13876" y="3549"/>
                    </a:lnTo>
                    <a:lnTo>
                      <a:pt x="13552" y="3070"/>
                    </a:lnTo>
                    <a:lnTo>
                      <a:pt x="13194" y="2619"/>
                    </a:lnTo>
                    <a:lnTo>
                      <a:pt x="12803" y="2196"/>
                    </a:lnTo>
                    <a:lnTo>
                      <a:pt x="12380" y="1805"/>
                    </a:lnTo>
                    <a:lnTo>
                      <a:pt x="11929" y="1447"/>
                    </a:lnTo>
                    <a:lnTo>
                      <a:pt x="11450" y="1123"/>
                    </a:lnTo>
                    <a:lnTo>
                      <a:pt x="10946" y="837"/>
                    </a:lnTo>
                    <a:lnTo>
                      <a:pt x="10419" y="589"/>
                    </a:lnTo>
                    <a:lnTo>
                      <a:pt x="9870" y="382"/>
                    </a:lnTo>
                    <a:lnTo>
                      <a:pt x="9302" y="217"/>
                    </a:lnTo>
                    <a:lnTo>
                      <a:pt x="8716" y="98"/>
                    </a:lnTo>
                    <a:lnTo>
                      <a:pt x="8115" y="24"/>
                    </a:lnTo>
                    <a:lnTo>
                      <a:pt x="7500" y="0"/>
                    </a:lnTo>
                    <a:lnTo>
                      <a:pt x="6884" y="24"/>
                    </a:lnTo>
                    <a:lnTo>
                      <a:pt x="6283" y="98"/>
                    </a:lnTo>
                    <a:lnTo>
                      <a:pt x="5697" y="217"/>
                    </a:lnTo>
                    <a:lnTo>
                      <a:pt x="5129" y="382"/>
                    </a:lnTo>
                    <a:lnTo>
                      <a:pt x="4580" y="589"/>
                    </a:lnTo>
                    <a:lnTo>
                      <a:pt x="4053" y="837"/>
                    </a:lnTo>
                    <a:lnTo>
                      <a:pt x="3549" y="1123"/>
                    </a:lnTo>
                    <a:lnTo>
                      <a:pt x="3070" y="1447"/>
                    </a:lnTo>
                    <a:lnTo>
                      <a:pt x="2619" y="1805"/>
                    </a:lnTo>
                    <a:lnTo>
                      <a:pt x="2196" y="2196"/>
                    </a:lnTo>
                    <a:lnTo>
                      <a:pt x="1805" y="2619"/>
                    </a:lnTo>
                    <a:lnTo>
                      <a:pt x="1447" y="3070"/>
                    </a:lnTo>
                    <a:lnTo>
                      <a:pt x="1123" y="3549"/>
                    </a:lnTo>
                    <a:lnTo>
                      <a:pt x="837" y="4053"/>
                    </a:lnTo>
                    <a:lnTo>
                      <a:pt x="589" y="4580"/>
                    </a:lnTo>
                    <a:lnTo>
                      <a:pt x="382" y="5129"/>
                    </a:lnTo>
                    <a:lnTo>
                      <a:pt x="217" y="5697"/>
                    </a:lnTo>
                    <a:lnTo>
                      <a:pt x="98" y="6283"/>
                    </a:lnTo>
                    <a:lnTo>
                      <a:pt x="24" y="6884"/>
                    </a:lnTo>
                    <a:lnTo>
                      <a:pt x="0" y="7500"/>
                    </a:lnTo>
                    <a:lnTo>
                      <a:pt x="24" y="8115"/>
                    </a:lnTo>
                    <a:lnTo>
                      <a:pt x="98" y="8716"/>
                    </a:lnTo>
                    <a:lnTo>
                      <a:pt x="217" y="9302"/>
                    </a:lnTo>
                    <a:lnTo>
                      <a:pt x="382" y="9870"/>
                    </a:lnTo>
                    <a:lnTo>
                      <a:pt x="589" y="10419"/>
                    </a:lnTo>
                    <a:lnTo>
                      <a:pt x="837" y="10946"/>
                    </a:lnTo>
                    <a:lnTo>
                      <a:pt x="1123" y="11450"/>
                    </a:lnTo>
                    <a:lnTo>
                      <a:pt x="1447" y="11929"/>
                    </a:lnTo>
                    <a:lnTo>
                      <a:pt x="1805" y="12380"/>
                    </a:lnTo>
                    <a:lnTo>
                      <a:pt x="2196" y="12803"/>
                    </a:lnTo>
                    <a:lnTo>
                      <a:pt x="2619" y="13194"/>
                    </a:lnTo>
                    <a:lnTo>
                      <a:pt x="3070" y="13552"/>
                    </a:lnTo>
                    <a:lnTo>
                      <a:pt x="3549" y="13876"/>
                    </a:lnTo>
                    <a:lnTo>
                      <a:pt x="4053" y="14162"/>
                    </a:lnTo>
                    <a:lnTo>
                      <a:pt x="4580" y="14410"/>
                    </a:lnTo>
                    <a:lnTo>
                      <a:pt x="5129" y="14617"/>
                    </a:lnTo>
                    <a:lnTo>
                      <a:pt x="5697" y="14782"/>
                    </a:lnTo>
                    <a:lnTo>
                      <a:pt x="6283" y="14901"/>
                    </a:lnTo>
                    <a:lnTo>
                      <a:pt x="6884" y="1497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" name="pg92"/>
              <p:cNvSpPr/>
              <p:nvPr/>
            </p:nvSpPr>
            <p:spPr>
              <a:xfrm>
                <a:off x="4761900" y="327299"/>
                <a:ext cx="44999" cy="52500"/>
              </a:xfrm>
              <a:custGeom>
                <a:avLst/>
                <a:gdLst/>
                <a:ahLst/>
                <a:cxnLst/>
                <a:rect l="0" t="0" r="0" b="0"/>
                <a:pathLst>
                  <a:path w="44999" h="52500">
                    <a:moveTo>
                      <a:pt x="22499" y="0"/>
                    </a:moveTo>
                    <a:lnTo>
                      <a:pt x="20654" y="70"/>
                    </a:lnTo>
                    <a:lnTo>
                      <a:pt x="18850" y="279"/>
                    </a:lnTo>
                    <a:lnTo>
                      <a:pt x="17092" y="621"/>
                    </a:lnTo>
                    <a:lnTo>
                      <a:pt x="15388" y="1089"/>
                    </a:lnTo>
                    <a:lnTo>
                      <a:pt x="13741" y="1679"/>
                    </a:lnTo>
                    <a:lnTo>
                      <a:pt x="12159" y="2385"/>
                    </a:lnTo>
                    <a:lnTo>
                      <a:pt x="10647" y="3202"/>
                    </a:lnTo>
                    <a:lnTo>
                      <a:pt x="9211" y="4124"/>
                    </a:lnTo>
                    <a:lnTo>
                      <a:pt x="7857" y="5145"/>
                    </a:lnTo>
                    <a:lnTo>
                      <a:pt x="6590" y="6260"/>
                    </a:lnTo>
                    <a:lnTo>
                      <a:pt x="5416" y="7464"/>
                    </a:lnTo>
                    <a:lnTo>
                      <a:pt x="4341" y="8751"/>
                    </a:lnTo>
                    <a:lnTo>
                      <a:pt x="3371" y="10116"/>
                    </a:lnTo>
                    <a:lnTo>
                      <a:pt x="2511" y="11552"/>
                    </a:lnTo>
                    <a:lnTo>
                      <a:pt x="1768" y="13055"/>
                    </a:lnTo>
                    <a:lnTo>
                      <a:pt x="1147" y="14619"/>
                    </a:lnTo>
                    <a:lnTo>
                      <a:pt x="653" y="16239"/>
                    </a:lnTo>
                    <a:lnTo>
                      <a:pt x="294" y="17908"/>
                    </a:lnTo>
                    <a:lnTo>
                      <a:pt x="74" y="19622"/>
                    </a:lnTo>
                    <a:lnTo>
                      <a:pt x="0" y="21376"/>
                    </a:lnTo>
                    <a:lnTo>
                      <a:pt x="53" y="23146"/>
                    </a:lnTo>
                    <a:lnTo>
                      <a:pt x="212" y="24938"/>
                    </a:lnTo>
                    <a:lnTo>
                      <a:pt x="474" y="26742"/>
                    </a:lnTo>
                    <a:lnTo>
                      <a:pt x="836" y="28552"/>
                    </a:lnTo>
                    <a:lnTo>
                      <a:pt x="1297" y="30359"/>
                    </a:lnTo>
                    <a:lnTo>
                      <a:pt x="1853" y="32155"/>
                    </a:lnTo>
                    <a:lnTo>
                      <a:pt x="2503" y="33933"/>
                    </a:lnTo>
                    <a:lnTo>
                      <a:pt x="3244" y="35683"/>
                    </a:lnTo>
                    <a:lnTo>
                      <a:pt x="4074" y="37398"/>
                    </a:lnTo>
                    <a:lnTo>
                      <a:pt x="4991" y="39070"/>
                    </a:lnTo>
                    <a:lnTo>
                      <a:pt x="5991" y="40690"/>
                    </a:lnTo>
                    <a:lnTo>
                      <a:pt x="7073" y="42252"/>
                    </a:lnTo>
                    <a:lnTo>
                      <a:pt x="8234" y="43746"/>
                    </a:lnTo>
                    <a:lnTo>
                      <a:pt x="9473" y="45165"/>
                    </a:lnTo>
                    <a:lnTo>
                      <a:pt x="10785" y="46500"/>
                    </a:lnTo>
                    <a:lnTo>
                      <a:pt x="12170" y="47744"/>
                    </a:lnTo>
                    <a:lnTo>
                      <a:pt x="13625" y="48889"/>
                    </a:lnTo>
                    <a:lnTo>
                      <a:pt x="15148" y="49926"/>
                    </a:lnTo>
                    <a:lnTo>
                      <a:pt x="16735" y="50847"/>
                    </a:lnTo>
                    <a:lnTo>
                      <a:pt x="18385" y="51645"/>
                    </a:lnTo>
                    <a:lnTo>
                      <a:pt x="18780" y="51807"/>
                    </a:lnTo>
                    <a:lnTo>
                      <a:pt x="19180" y="51953"/>
                    </a:lnTo>
                    <a:lnTo>
                      <a:pt x="19584" y="52081"/>
                    </a:lnTo>
                    <a:lnTo>
                      <a:pt x="19993" y="52192"/>
                    </a:lnTo>
                    <a:lnTo>
                      <a:pt x="20405" y="52286"/>
                    </a:lnTo>
                    <a:lnTo>
                      <a:pt x="20821" y="52363"/>
                    </a:lnTo>
                    <a:lnTo>
                      <a:pt x="21238" y="52423"/>
                    </a:lnTo>
                    <a:lnTo>
                      <a:pt x="21658" y="52465"/>
                    </a:lnTo>
                    <a:lnTo>
                      <a:pt x="22078" y="52491"/>
                    </a:lnTo>
                    <a:lnTo>
                      <a:pt x="22499" y="52500"/>
                    </a:lnTo>
                    <a:lnTo>
                      <a:pt x="22921" y="52491"/>
                    </a:lnTo>
                    <a:lnTo>
                      <a:pt x="23341" y="52465"/>
                    </a:lnTo>
                    <a:lnTo>
                      <a:pt x="23761" y="52423"/>
                    </a:lnTo>
                    <a:lnTo>
                      <a:pt x="24178" y="52363"/>
                    </a:lnTo>
                    <a:lnTo>
                      <a:pt x="24594" y="52286"/>
                    </a:lnTo>
                    <a:lnTo>
                      <a:pt x="25006" y="52192"/>
                    </a:lnTo>
                    <a:lnTo>
                      <a:pt x="25415" y="52081"/>
                    </a:lnTo>
                    <a:lnTo>
                      <a:pt x="25819" y="51953"/>
                    </a:lnTo>
                    <a:lnTo>
                      <a:pt x="26219" y="51807"/>
                    </a:lnTo>
                    <a:lnTo>
                      <a:pt x="26614" y="51645"/>
                    </a:lnTo>
                    <a:lnTo>
                      <a:pt x="28264" y="50847"/>
                    </a:lnTo>
                    <a:lnTo>
                      <a:pt x="29851" y="49926"/>
                    </a:lnTo>
                    <a:lnTo>
                      <a:pt x="31374" y="48889"/>
                    </a:lnTo>
                    <a:lnTo>
                      <a:pt x="32829" y="47744"/>
                    </a:lnTo>
                    <a:lnTo>
                      <a:pt x="34214" y="46500"/>
                    </a:lnTo>
                    <a:lnTo>
                      <a:pt x="35526" y="45165"/>
                    </a:lnTo>
                    <a:lnTo>
                      <a:pt x="36765" y="43746"/>
                    </a:lnTo>
                    <a:lnTo>
                      <a:pt x="37926" y="42252"/>
                    </a:lnTo>
                    <a:lnTo>
                      <a:pt x="39008" y="40690"/>
                    </a:lnTo>
                    <a:lnTo>
                      <a:pt x="40008" y="39070"/>
                    </a:lnTo>
                    <a:lnTo>
                      <a:pt x="40925" y="37398"/>
                    </a:lnTo>
                    <a:lnTo>
                      <a:pt x="41755" y="35683"/>
                    </a:lnTo>
                    <a:lnTo>
                      <a:pt x="42496" y="33933"/>
                    </a:lnTo>
                    <a:lnTo>
                      <a:pt x="43146" y="32155"/>
                    </a:lnTo>
                    <a:lnTo>
                      <a:pt x="43702" y="30359"/>
                    </a:lnTo>
                    <a:lnTo>
                      <a:pt x="44163" y="28552"/>
                    </a:lnTo>
                    <a:lnTo>
                      <a:pt x="44525" y="26742"/>
                    </a:lnTo>
                    <a:lnTo>
                      <a:pt x="44787" y="24938"/>
                    </a:lnTo>
                    <a:lnTo>
                      <a:pt x="44946" y="23146"/>
                    </a:lnTo>
                    <a:lnTo>
                      <a:pt x="44999" y="21376"/>
                    </a:lnTo>
                    <a:lnTo>
                      <a:pt x="44925" y="19622"/>
                    </a:lnTo>
                    <a:lnTo>
                      <a:pt x="44705" y="17908"/>
                    </a:lnTo>
                    <a:lnTo>
                      <a:pt x="44346" y="16239"/>
                    </a:lnTo>
                    <a:lnTo>
                      <a:pt x="43852" y="14619"/>
                    </a:lnTo>
                    <a:lnTo>
                      <a:pt x="43231" y="13055"/>
                    </a:lnTo>
                    <a:lnTo>
                      <a:pt x="42488" y="11552"/>
                    </a:lnTo>
                    <a:lnTo>
                      <a:pt x="41628" y="10116"/>
                    </a:lnTo>
                    <a:lnTo>
                      <a:pt x="40658" y="8751"/>
                    </a:lnTo>
                    <a:lnTo>
                      <a:pt x="39583" y="7464"/>
                    </a:lnTo>
                    <a:lnTo>
                      <a:pt x="38409" y="6260"/>
                    </a:lnTo>
                    <a:lnTo>
                      <a:pt x="37142" y="5145"/>
                    </a:lnTo>
                    <a:lnTo>
                      <a:pt x="35788" y="4124"/>
                    </a:lnTo>
                    <a:lnTo>
                      <a:pt x="34352" y="3202"/>
                    </a:lnTo>
                    <a:lnTo>
                      <a:pt x="32840" y="2385"/>
                    </a:lnTo>
                    <a:lnTo>
                      <a:pt x="31258" y="1679"/>
                    </a:lnTo>
                    <a:lnTo>
                      <a:pt x="29611" y="1089"/>
                    </a:lnTo>
                    <a:lnTo>
                      <a:pt x="27907" y="621"/>
                    </a:lnTo>
                    <a:lnTo>
                      <a:pt x="26149" y="279"/>
                    </a:lnTo>
                    <a:lnTo>
                      <a:pt x="24345" y="70"/>
                    </a:lnTo>
                    <a:close/>
                  </a:path>
                </a:pathLst>
              </a:custGeom>
              <a:solidFill>
                <a:srgbClr val="2667AD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" name="pg93"/>
              <p:cNvSpPr/>
              <p:nvPr/>
            </p:nvSpPr>
            <p:spPr>
              <a:xfrm>
                <a:off x="4776900" y="342299"/>
                <a:ext cx="15000" cy="14999"/>
              </a:xfrm>
              <a:custGeom>
                <a:avLst/>
                <a:gdLst/>
                <a:ahLst/>
                <a:cxnLst/>
                <a:rect l="0" t="0" r="0" b="0"/>
                <a:pathLst>
                  <a:path w="15000" h="14999">
                    <a:moveTo>
                      <a:pt x="7500" y="14999"/>
                    </a:moveTo>
                    <a:lnTo>
                      <a:pt x="8115" y="14975"/>
                    </a:lnTo>
                    <a:lnTo>
                      <a:pt x="8716" y="14901"/>
                    </a:lnTo>
                    <a:lnTo>
                      <a:pt x="9302" y="14782"/>
                    </a:lnTo>
                    <a:lnTo>
                      <a:pt x="9870" y="14617"/>
                    </a:lnTo>
                    <a:lnTo>
                      <a:pt x="10419" y="14410"/>
                    </a:lnTo>
                    <a:lnTo>
                      <a:pt x="10946" y="14162"/>
                    </a:lnTo>
                    <a:lnTo>
                      <a:pt x="11450" y="13876"/>
                    </a:lnTo>
                    <a:lnTo>
                      <a:pt x="11929" y="13552"/>
                    </a:lnTo>
                    <a:lnTo>
                      <a:pt x="12380" y="13194"/>
                    </a:lnTo>
                    <a:lnTo>
                      <a:pt x="12803" y="12803"/>
                    </a:lnTo>
                    <a:lnTo>
                      <a:pt x="13194" y="12380"/>
                    </a:lnTo>
                    <a:lnTo>
                      <a:pt x="13552" y="11929"/>
                    </a:lnTo>
                    <a:lnTo>
                      <a:pt x="13876" y="11450"/>
                    </a:lnTo>
                    <a:lnTo>
                      <a:pt x="14162" y="10946"/>
                    </a:lnTo>
                    <a:lnTo>
                      <a:pt x="14410" y="10419"/>
                    </a:lnTo>
                    <a:lnTo>
                      <a:pt x="14617" y="9870"/>
                    </a:lnTo>
                    <a:lnTo>
                      <a:pt x="14782" y="9302"/>
                    </a:lnTo>
                    <a:lnTo>
                      <a:pt x="14901" y="8716"/>
                    </a:lnTo>
                    <a:lnTo>
                      <a:pt x="14975" y="8115"/>
                    </a:lnTo>
                    <a:lnTo>
                      <a:pt x="15000" y="7500"/>
                    </a:lnTo>
                    <a:lnTo>
                      <a:pt x="14975" y="6884"/>
                    </a:lnTo>
                    <a:lnTo>
                      <a:pt x="14901" y="6283"/>
                    </a:lnTo>
                    <a:lnTo>
                      <a:pt x="14782" y="5697"/>
                    </a:lnTo>
                    <a:lnTo>
                      <a:pt x="14617" y="5129"/>
                    </a:lnTo>
                    <a:lnTo>
                      <a:pt x="14410" y="4580"/>
                    </a:lnTo>
                    <a:lnTo>
                      <a:pt x="14162" y="4053"/>
                    </a:lnTo>
                    <a:lnTo>
                      <a:pt x="13876" y="3549"/>
                    </a:lnTo>
                    <a:lnTo>
                      <a:pt x="13552" y="3070"/>
                    </a:lnTo>
                    <a:lnTo>
                      <a:pt x="13194" y="2619"/>
                    </a:lnTo>
                    <a:lnTo>
                      <a:pt x="12803" y="2196"/>
                    </a:lnTo>
                    <a:lnTo>
                      <a:pt x="12380" y="1805"/>
                    </a:lnTo>
                    <a:lnTo>
                      <a:pt x="11929" y="1447"/>
                    </a:lnTo>
                    <a:lnTo>
                      <a:pt x="11450" y="1123"/>
                    </a:lnTo>
                    <a:lnTo>
                      <a:pt x="10946" y="837"/>
                    </a:lnTo>
                    <a:lnTo>
                      <a:pt x="10419" y="589"/>
                    </a:lnTo>
                    <a:lnTo>
                      <a:pt x="9870" y="382"/>
                    </a:lnTo>
                    <a:lnTo>
                      <a:pt x="9302" y="217"/>
                    </a:lnTo>
                    <a:lnTo>
                      <a:pt x="8716" y="98"/>
                    </a:lnTo>
                    <a:lnTo>
                      <a:pt x="8115" y="24"/>
                    </a:lnTo>
                    <a:lnTo>
                      <a:pt x="7500" y="0"/>
                    </a:lnTo>
                    <a:lnTo>
                      <a:pt x="6884" y="24"/>
                    </a:lnTo>
                    <a:lnTo>
                      <a:pt x="6283" y="98"/>
                    </a:lnTo>
                    <a:lnTo>
                      <a:pt x="5697" y="217"/>
                    </a:lnTo>
                    <a:lnTo>
                      <a:pt x="5129" y="382"/>
                    </a:lnTo>
                    <a:lnTo>
                      <a:pt x="4580" y="589"/>
                    </a:lnTo>
                    <a:lnTo>
                      <a:pt x="4053" y="837"/>
                    </a:lnTo>
                    <a:lnTo>
                      <a:pt x="3549" y="1123"/>
                    </a:lnTo>
                    <a:lnTo>
                      <a:pt x="3070" y="1447"/>
                    </a:lnTo>
                    <a:lnTo>
                      <a:pt x="2619" y="1805"/>
                    </a:lnTo>
                    <a:lnTo>
                      <a:pt x="2196" y="2196"/>
                    </a:lnTo>
                    <a:lnTo>
                      <a:pt x="1805" y="2619"/>
                    </a:lnTo>
                    <a:lnTo>
                      <a:pt x="1447" y="3070"/>
                    </a:lnTo>
                    <a:lnTo>
                      <a:pt x="1123" y="3549"/>
                    </a:lnTo>
                    <a:lnTo>
                      <a:pt x="837" y="4053"/>
                    </a:lnTo>
                    <a:lnTo>
                      <a:pt x="589" y="4580"/>
                    </a:lnTo>
                    <a:lnTo>
                      <a:pt x="382" y="5129"/>
                    </a:lnTo>
                    <a:lnTo>
                      <a:pt x="217" y="5697"/>
                    </a:lnTo>
                    <a:lnTo>
                      <a:pt x="98" y="6283"/>
                    </a:lnTo>
                    <a:lnTo>
                      <a:pt x="24" y="6884"/>
                    </a:lnTo>
                    <a:lnTo>
                      <a:pt x="0" y="7500"/>
                    </a:lnTo>
                    <a:lnTo>
                      <a:pt x="24" y="8115"/>
                    </a:lnTo>
                    <a:lnTo>
                      <a:pt x="98" y="8716"/>
                    </a:lnTo>
                    <a:lnTo>
                      <a:pt x="217" y="9302"/>
                    </a:lnTo>
                    <a:lnTo>
                      <a:pt x="382" y="9870"/>
                    </a:lnTo>
                    <a:lnTo>
                      <a:pt x="589" y="10419"/>
                    </a:lnTo>
                    <a:lnTo>
                      <a:pt x="837" y="10946"/>
                    </a:lnTo>
                    <a:lnTo>
                      <a:pt x="1123" y="11450"/>
                    </a:lnTo>
                    <a:lnTo>
                      <a:pt x="1447" y="11929"/>
                    </a:lnTo>
                    <a:lnTo>
                      <a:pt x="1805" y="12380"/>
                    </a:lnTo>
                    <a:lnTo>
                      <a:pt x="2196" y="12803"/>
                    </a:lnTo>
                    <a:lnTo>
                      <a:pt x="2619" y="13194"/>
                    </a:lnTo>
                    <a:lnTo>
                      <a:pt x="3070" y="13552"/>
                    </a:lnTo>
                    <a:lnTo>
                      <a:pt x="3549" y="13876"/>
                    </a:lnTo>
                    <a:lnTo>
                      <a:pt x="4053" y="14162"/>
                    </a:lnTo>
                    <a:lnTo>
                      <a:pt x="4580" y="14410"/>
                    </a:lnTo>
                    <a:lnTo>
                      <a:pt x="5129" y="14617"/>
                    </a:lnTo>
                    <a:lnTo>
                      <a:pt x="5697" y="14782"/>
                    </a:lnTo>
                    <a:lnTo>
                      <a:pt x="6283" y="14901"/>
                    </a:lnTo>
                    <a:lnTo>
                      <a:pt x="6884" y="1497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" name="tx94"/>
              <p:cNvSpPr/>
              <p:nvPr/>
            </p:nvSpPr>
            <p:spPr>
              <a:xfrm>
                <a:off x="2489249" y="487505"/>
                <a:ext cx="299100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B2182B">
                        <a:alpha val="100000"/>
                      </a:srgbClr>
                    </a:solidFill>
                    <a:latin typeface="Arial"/>
                    <a:cs typeface="Arial"/>
                  </a:rPr>
                  <a:t>High TDI</a:t>
                </a:r>
              </a:p>
            </p:txBody>
          </p:sp>
          <p:sp>
            <p:nvSpPr>
              <p:cNvPr id="96" name="tx95"/>
              <p:cNvSpPr/>
              <p:nvPr/>
            </p:nvSpPr>
            <p:spPr>
              <a:xfrm>
                <a:off x="4607308" y="487505"/>
                <a:ext cx="282183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2667AD">
                        <a:alpha val="100000"/>
                      </a:srgbClr>
                    </a:solidFill>
                    <a:latin typeface="Arial"/>
                    <a:cs typeface="Arial"/>
                  </a:rPr>
                  <a:t>Low TDI</a:t>
                </a:r>
              </a:p>
            </p:txBody>
          </p:sp>
          <p:sp>
            <p:nvSpPr>
              <p:cNvPr id="97" name="pg96"/>
              <p:cNvSpPr/>
              <p:nvPr/>
            </p:nvSpPr>
            <p:spPr>
              <a:xfrm>
                <a:off x="2426400" y="592199"/>
                <a:ext cx="162000" cy="104399"/>
              </a:xfrm>
              <a:custGeom>
                <a:avLst/>
                <a:gdLst/>
                <a:ahLst/>
                <a:cxnLst/>
                <a:rect l="0" t="0" r="0" b="0"/>
                <a:pathLst>
                  <a:path w="162000" h="104399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2000" y="86400"/>
                    </a:lnTo>
                    <a:lnTo>
                      <a:pt x="10799" y="104399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" name="pg97"/>
              <p:cNvSpPr/>
              <p:nvPr/>
            </p:nvSpPr>
            <p:spPr>
              <a:xfrm>
                <a:off x="2570400" y="592199"/>
                <a:ext cx="140400" cy="97200"/>
              </a:xfrm>
              <a:custGeom>
                <a:avLst/>
                <a:gdLst/>
                <a:ahLst/>
                <a:cxnLst/>
                <a:rect l="0" t="0" r="0" b="0"/>
                <a:pathLst>
                  <a:path w="140400" h="97200">
                    <a:moveTo>
                      <a:pt x="0" y="0"/>
                    </a:moveTo>
                    <a:lnTo>
                      <a:pt x="140400" y="14399"/>
                    </a:lnTo>
                    <a:lnTo>
                      <a:pt x="125999" y="97200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pg98"/>
              <p:cNvSpPr/>
              <p:nvPr/>
            </p:nvSpPr>
            <p:spPr>
              <a:xfrm>
                <a:off x="2696400" y="606599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800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" name="pg99"/>
              <p:cNvSpPr/>
              <p:nvPr/>
            </p:nvSpPr>
            <p:spPr>
              <a:xfrm>
                <a:off x="2437200" y="6786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" name="pg100"/>
              <p:cNvSpPr/>
              <p:nvPr/>
            </p:nvSpPr>
            <p:spPr>
              <a:xfrm>
                <a:off x="2570400" y="678600"/>
                <a:ext cx="158400" cy="100799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799">
                    <a:moveTo>
                      <a:pt x="18000" y="0"/>
                    </a:moveTo>
                    <a:lnTo>
                      <a:pt x="125999" y="10800"/>
                    </a:lnTo>
                    <a:lnTo>
                      <a:pt x="158400" y="100799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" name="pg101"/>
              <p:cNvSpPr/>
              <p:nvPr/>
            </p:nvSpPr>
            <p:spPr>
              <a:xfrm>
                <a:off x="2696400" y="689400"/>
                <a:ext cx="136800" cy="89999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89999">
                    <a:moveTo>
                      <a:pt x="0" y="0"/>
                    </a:moveTo>
                    <a:lnTo>
                      <a:pt x="136800" y="35999"/>
                    </a:lnTo>
                    <a:lnTo>
                      <a:pt x="122400" y="79199"/>
                    </a:lnTo>
                    <a:lnTo>
                      <a:pt x="32400" y="89999"/>
                    </a:lnTo>
                    <a:close/>
                  </a:path>
                </a:pathLst>
              </a:custGeom>
              <a:solidFill>
                <a:srgbClr val="B59B7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" name="pg102"/>
              <p:cNvSpPr/>
              <p:nvPr/>
            </p:nvSpPr>
            <p:spPr>
              <a:xfrm>
                <a:off x="4536000" y="592199"/>
                <a:ext cx="161999" cy="104399"/>
              </a:xfrm>
              <a:custGeom>
                <a:avLst/>
                <a:gdLst/>
                <a:ahLst/>
                <a:cxnLst/>
                <a:rect l="0" t="0" r="0" b="0"/>
                <a:pathLst>
                  <a:path w="161999" h="104399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1999" y="86400"/>
                    </a:lnTo>
                    <a:lnTo>
                      <a:pt x="10799" y="104399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4" name="pg103"/>
              <p:cNvSpPr/>
              <p:nvPr/>
            </p:nvSpPr>
            <p:spPr>
              <a:xfrm>
                <a:off x="4680000" y="592199"/>
                <a:ext cx="140399" cy="97200"/>
              </a:xfrm>
              <a:custGeom>
                <a:avLst/>
                <a:gdLst/>
                <a:ahLst/>
                <a:cxnLst/>
                <a:rect l="0" t="0" r="0" b="0"/>
                <a:pathLst>
                  <a:path w="140399" h="97200">
                    <a:moveTo>
                      <a:pt x="0" y="0"/>
                    </a:moveTo>
                    <a:lnTo>
                      <a:pt x="140399" y="14399"/>
                    </a:lnTo>
                    <a:lnTo>
                      <a:pt x="125999" y="97200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" name="pg104"/>
              <p:cNvSpPr/>
              <p:nvPr/>
            </p:nvSpPr>
            <p:spPr>
              <a:xfrm>
                <a:off x="4805999" y="606599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800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6" name="pg105"/>
              <p:cNvSpPr/>
              <p:nvPr/>
            </p:nvSpPr>
            <p:spPr>
              <a:xfrm>
                <a:off x="4546799" y="6786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7" name="pg106"/>
              <p:cNvSpPr/>
              <p:nvPr/>
            </p:nvSpPr>
            <p:spPr>
              <a:xfrm>
                <a:off x="4680000" y="678600"/>
                <a:ext cx="158400" cy="100799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799">
                    <a:moveTo>
                      <a:pt x="18000" y="0"/>
                    </a:moveTo>
                    <a:lnTo>
                      <a:pt x="125999" y="10800"/>
                    </a:lnTo>
                    <a:lnTo>
                      <a:pt x="158400" y="100799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8" name="pg107"/>
              <p:cNvSpPr/>
              <p:nvPr/>
            </p:nvSpPr>
            <p:spPr>
              <a:xfrm>
                <a:off x="4805999" y="689400"/>
                <a:ext cx="136800" cy="89999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89999">
                    <a:moveTo>
                      <a:pt x="0" y="0"/>
                    </a:moveTo>
                    <a:lnTo>
                      <a:pt x="136800" y="35999"/>
                    </a:lnTo>
                    <a:lnTo>
                      <a:pt x="122400" y="79199"/>
                    </a:lnTo>
                    <a:lnTo>
                      <a:pt x="32400" y="89999"/>
                    </a:lnTo>
                    <a:close/>
                  </a:path>
                </a:pathLst>
              </a:custGeom>
              <a:solidFill>
                <a:srgbClr val="D6A474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9" name="ph108"/>
              <p:cNvSpPr/>
              <p:nvPr/>
            </p:nvSpPr>
            <p:spPr>
              <a:xfrm>
                <a:off x="2504025" y="592199"/>
                <a:ext cx="269548" cy="176400"/>
              </a:xfrm>
              <a:custGeom>
                <a:avLst/>
                <a:gdLst/>
                <a:ahLst/>
                <a:cxnLst/>
                <a:rect l="0" t="0" r="0" b="0"/>
                <a:pathLst>
                  <a:path w="269548" h="176400">
                    <a:moveTo>
                      <a:pt x="265182" y="167667"/>
                    </a:moveTo>
                    <a:lnTo>
                      <a:pt x="227631" y="167667"/>
                    </a:lnTo>
                    <a:lnTo>
                      <a:pt x="227631" y="138873"/>
                    </a:lnTo>
                    <a:lnTo>
                      <a:pt x="230349" y="138449"/>
                    </a:lnTo>
                    <a:lnTo>
                      <a:pt x="232999" y="137829"/>
                    </a:lnTo>
                    <a:lnTo>
                      <a:pt x="235572" y="137024"/>
                    </a:lnTo>
                    <a:lnTo>
                      <a:pt x="238062" y="136039"/>
                    </a:lnTo>
                    <a:lnTo>
                      <a:pt x="240459" y="134883"/>
                    </a:lnTo>
                    <a:lnTo>
                      <a:pt x="242758" y="133563"/>
                    </a:lnTo>
                    <a:lnTo>
                      <a:pt x="244950" y="132087"/>
                    </a:lnTo>
                    <a:lnTo>
                      <a:pt x="247027" y="130463"/>
                    </a:lnTo>
                    <a:lnTo>
                      <a:pt x="248982" y="128698"/>
                    </a:lnTo>
                    <a:lnTo>
                      <a:pt x="250807" y="126799"/>
                    </a:lnTo>
                    <a:lnTo>
                      <a:pt x="252495" y="124776"/>
                    </a:lnTo>
                    <a:lnTo>
                      <a:pt x="254037" y="122634"/>
                    </a:lnTo>
                    <a:lnTo>
                      <a:pt x="255427" y="120382"/>
                    </a:lnTo>
                    <a:lnTo>
                      <a:pt x="256656" y="118027"/>
                    </a:lnTo>
                    <a:lnTo>
                      <a:pt x="257717" y="115578"/>
                    </a:lnTo>
                    <a:lnTo>
                      <a:pt x="258603" y="113041"/>
                    </a:lnTo>
                    <a:lnTo>
                      <a:pt x="259304" y="110424"/>
                    </a:lnTo>
                    <a:lnTo>
                      <a:pt x="259815" y="107735"/>
                    </a:lnTo>
                    <a:lnTo>
                      <a:pt x="260127" y="104982"/>
                    </a:lnTo>
                    <a:lnTo>
                      <a:pt x="260233" y="102172"/>
                    </a:lnTo>
                    <a:lnTo>
                      <a:pt x="260003" y="97019"/>
                    </a:lnTo>
                    <a:lnTo>
                      <a:pt x="259344" y="91467"/>
                    </a:lnTo>
                    <a:lnTo>
                      <a:pt x="258302" y="85584"/>
                    </a:lnTo>
                    <a:lnTo>
                      <a:pt x="256925" y="79440"/>
                    </a:lnTo>
                    <a:lnTo>
                      <a:pt x="255258" y="73104"/>
                    </a:lnTo>
                    <a:lnTo>
                      <a:pt x="253348" y="66647"/>
                    </a:lnTo>
                    <a:lnTo>
                      <a:pt x="251241" y="60138"/>
                    </a:lnTo>
                    <a:lnTo>
                      <a:pt x="248985" y="53646"/>
                    </a:lnTo>
                    <a:lnTo>
                      <a:pt x="246626" y="47241"/>
                    </a:lnTo>
                    <a:lnTo>
                      <a:pt x="244210" y="40992"/>
                    </a:lnTo>
                    <a:lnTo>
                      <a:pt x="241784" y="34970"/>
                    </a:lnTo>
                    <a:lnTo>
                      <a:pt x="239395" y="29243"/>
                    </a:lnTo>
                    <a:lnTo>
                      <a:pt x="237088" y="23882"/>
                    </a:lnTo>
                    <a:lnTo>
                      <a:pt x="234911" y="18955"/>
                    </a:lnTo>
                    <a:lnTo>
                      <a:pt x="232910" y="14533"/>
                    </a:lnTo>
                    <a:lnTo>
                      <a:pt x="231131" y="10685"/>
                    </a:lnTo>
                    <a:lnTo>
                      <a:pt x="229622" y="7480"/>
                    </a:lnTo>
                    <a:lnTo>
                      <a:pt x="228428" y="4988"/>
                    </a:lnTo>
                    <a:lnTo>
                      <a:pt x="227597" y="3279"/>
                    </a:lnTo>
                    <a:lnTo>
                      <a:pt x="227175" y="2423"/>
                    </a:lnTo>
                    <a:lnTo>
                      <a:pt x="227058" y="2204"/>
                    </a:lnTo>
                    <a:lnTo>
                      <a:pt x="226931" y="1994"/>
                    </a:lnTo>
                    <a:lnTo>
                      <a:pt x="226793" y="1793"/>
                    </a:lnTo>
                    <a:lnTo>
                      <a:pt x="226644" y="1600"/>
                    </a:lnTo>
                    <a:lnTo>
                      <a:pt x="226486" y="1418"/>
                    </a:lnTo>
                    <a:lnTo>
                      <a:pt x="226318" y="1244"/>
                    </a:lnTo>
                    <a:lnTo>
                      <a:pt x="226142" y="1081"/>
                    </a:lnTo>
                    <a:lnTo>
                      <a:pt x="225957" y="928"/>
                    </a:lnTo>
                    <a:lnTo>
                      <a:pt x="225765" y="786"/>
                    </a:lnTo>
                    <a:lnTo>
                      <a:pt x="225565" y="654"/>
                    </a:lnTo>
                    <a:lnTo>
                      <a:pt x="225358" y="534"/>
                    </a:lnTo>
                    <a:lnTo>
                      <a:pt x="225145" y="425"/>
                    </a:lnTo>
                    <a:lnTo>
                      <a:pt x="224926" y="328"/>
                    </a:lnTo>
                    <a:lnTo>
                      <a:pt x="224701" y="242"/>
                    </a:lnTo>
                    <a:lnTo>
                      <a:pt x="224471" y="169"/>
                    </a:lnTo>
                    <a:lnTo>
                      <a:pt x="224237" y="109"/>
                    </a:lnTo>
                    <a:lnTo>
                      <a:pt x="223999" y="62"/>
                    </a:lnTo>
                    <a:lnTo>
                      <a:pt x="223757" y="27"/>
                    </a:lnTo>
                    <a:lnTo>
                      <a:pt x="223512" y="6"/>
                    </a:lnTo>
                    <a:lnTo>
                      <a:pt x="223265" y="0"/>
                    </a:lnTo>
                    <a:lnTo>
                      <a:pt x="223017" y="6"/>
                    </a:lnTo>
                    <a:lnTo>
                      <a:pt x="222773" y="27"/>
                    </a:lnTo>
                    <a:lnTo>
                      <a:pt x="222531" y="62"/>
                    </a:lnTo>
                    <a:lnTo>
                      <a:pt x="222293" y="109"/>
                    </a:lnTo>
                    <a:lnTo>
                      <a:pt x="222058" y="169"/>
                    </a:lnTo>
                    <a:lnTo>
                      <a:pt x="221829" y="242"/>
                    </a:lnTo>
                    <a:lnTo>
                      <a:pt x="221604" y="328"/>
                    </a:lnTo>
                    <a:lnTo>
                      <a:pt x="221385" y="425"/>
                    </a:lnTo>
                    <a:lnTo>
                      <a:pt x="221172" y="534"/>
                    </a:lnTo>
                    <a:lnTo>
                      <a:pt x="220965" y="654"/>
                    </a:lnTo>
                    <a:lnTo>
                      <a:pt x="220765" y="786"/>
                    </a:lnTo>
                    <a:lnTo>
                      <a:pt x="220573" y="928"/>
                    </a:lnTo>
                    <a:lnTo>
                      <a:pt x="220388" y="1081"/>
                    </a:lnTo>
                    <a:lnTo>
                      <a:pt x="220212" y="1244"/>
                    </a:lnTo>
                    <a:lnTo>
                      <a:pt x="220044" y="1418"/>
                    </a:lnTo>
                    <a:lnTo>
                      <a:pt x="219886" y="1600"/>
                    </a:lnTo>
                    <a:lnTo>
                      <a:pt x="219737" y="1793"/>
                    </a:lnTo>
                    <a:lnTo>
                      <a:pt x="219599" y="1994"/>
                    </a:lnTo>
                    <a:lnTo>
                      <a:pt x="219471" y="2204"/>
                    </a:lnTo>
                    <a:lnTo>
                      <a:pt x="219355" y="2423"/>
                    </a:lnTo>
                    <a:lnTo>
                      <a:pt x="219282" y="2569"/>
                    </a:lnTo>
                    <a:lnTo>
                      <a:pt x="219094" y="2953"/>
                    </a:lnTo>
                    <a:lnTo>
                      <a:pt x="218795" y="3565"/>
                    </a:lnTo>
                    <a:lnTo>
                      <a:pt x="218393" y="4396"/>
                    </a:lnTo>
                    <a:lnTo>
                      <a:pt x="217893" y="5434"/>
                    </a:lnTo>
                    <a:lnTo>
                      <a:pt x="217302" y="6673"/>
                    </a:lnTo>
                    <a:lnTo>
                      <a:pt x="216625" y="8100"/>
                    </a:lnTo>
                    <a:lnTo>
                      <a:pt x="215870" y="9708"/>
                    </a:lnTo>
                    <a:lnTo>
                      <a:pt x="215042" y="11486"/>
                    </a:lnTo>
                    <a:lnTo>
                      <a:pt x="214147" y="13426"/>
                    </a:lnTo>
                    <a:lnTo>
                      <a:pt x="213192" y="15516"/>
                    </a:lnTo>
                    <a:lnTo>
                      <a:pt x="212183" y="17749"/>
                    </a:lnTo>
                    <a:lnTo>
                      <a:pt x="211126" y="20114"/>
                    </a:lnTo>
                    <a:lnTo>
                      <a:pt x="210028" y="22601"/>
                    </a:lnTo>
                    <a:lnTo>
                      <a:pt x="208894" y="25202"/>
                    </a:lnTo>
                    <a:lnTo>
                      <a:pt x="207730" y="27907"/>
                    </a:lnTo>
                    <a:lnTo>
                      <a:pt x="206544" y="30705"/>
                    </a:lnTo>
                    <a:lnTo>
                      <a:pt x="205341" y="33589"/>
                    </a:lnTo>
                    <a:lnTo>
                      <a:pt x="204127" y="36547"/>
                    </a:lnTo>
                    <a:lnTo>
                      <a:pt x="202908" y="39571"/>
                    </a:lnTo>
                    <a:lnTo>
                      <a:pt x="201955" y="41978"/>
                    </a:lnTo>
                    <a:lnTo>
                      <a:pt x="201030" y="44351"/>
                    </a:lnTo>
                    <a:lnTo>
                      <a:pt x="200133" y="46690"/>
                    </a:lnTo>
                    <a:lnTo>
                      <a:pt x="199263" y="48995"/>
                    </a:lnTo>
                    <a:lnTo>
                      <a:pt x="198422" y="51266"/>
                    </a:lnTo>
                    <a:lnTo>
                      <a:pt x="197609" y="53503"/>
                    </a:lnTo>
                    <a:lnTo>
                      <a:pt x="196823" y="55706"/>
                    </a:lnTo>
                    <a:lnTo>
                      <a:pt x="196066" y="57874"/>
                    </a:lnTo>
                    <a:lnTo>
                      <a:pt x="195337" y="60008"/>
                    </a:lnTo>
                    <a:lnTo>
                      <a:pt x="194636" y="62108"/>
                    </a:lnTo>
                    <a:lnTo>
                      <a:pt x="193963" y="64173"/>
                    </a:lnTo>
                    <a:lnTo>
                      <a:pt x="193319" y="66203"/>
                    </a:lnTo>
                    <a:lnTo>
                      <a:pt x="192702" y="68199"/>
                    </a:lnTo>
                    <a:lnTo>
                      <a:pt x="192114" y="70160"/>
                    </a:lnTo>
                    <a:lnTo>
                      <a:pt x="191554" y="72086"/>
                    </a:lnTo>
                    <a:lnTo>
                      <a:pt x="191022" y="73977"/>
                    </a:lnTo>
                    <a:lnTo>
                      <a:pt x="190518" y="75833"/>
                    </a:lnTo>
                    <a:lnTo>
                      <a:pt x="190043" y="77654"/>
                    </a:lnTo>
                    <a:lnTo>
                      <a:pt x="189595" y="79440"/>
                    </a:lnTo>
                    <a:lnTo>
                      <a:pt x="189177" y="81190"/>
                    </a:lnTo>
                    <a:lnTo>
                      <a:pt x="136914" y="51792"/>
                    </a:lnTo>
                    <a:lnTo>
                      <a:pt x="136712" y="51686"/>
                    </a:lnTo>
                    <a:lnTo>
                      <a:pt x="136507" y="51591"/>
                    </a:lnTo>
                    <a:lnTo>
                      <a:pt x="136298" y="51506"/>
                    </a:lnTo>
                    <a:lnTo>
                      <a:pt x="136086" y="51434"/>
                    </a:lnTo>
                    <a:lnTo>
                      <a:pt x="135871" y="51372"/>
                    </a:lnTo>
                    <a:lnTo>
                      <a:pt x="135654" y="51321"/>
                    </a:lnTo>
                    <a:lnTo>
                      <a:pt x="135436" y="51282"/>
                    </a:lnTo>
                    <a:lnTo>
                      <a:pt x="135216" y="51254"/>
                    </a:lnTo>
                    <a:lnTo>
                      <a:pt x="134995" y="51237"/>
                    </a:lnTo>
                    <a:lnTo>
                      <a:pt x="134773" y="51232"/>
                    </a:lnTo>
                    <a:lnTo>
                      <a:pt x="134552" y="51237"/>
                    </a:lnTo>
                    <a:lnTo>
                      <a:pt x="134331" y="51254"/>
                    </a:lnTo>
                    <a:lnTo>
                      <a:pt x="134111" y="51282"/>
                    </a:lnTo>
                    <a:lnTo>
                      <a:pt x="133892" y="51321"/>
                    </a:lnTo>
                    <a:lnTo>
                      <a:pt x="133676" y="51372"/>
                    </a:lnTo>
                    <a:lnTo>
                      <a:pt x="133461" y="51434"/>
                    </a:lnTo>
                    <a:lnTo>
                      <a:pt x="133249" y="51506"/>
                    </a:lnTo>
                    <a:lnTo>
                      <a:pt x="133040" y="51591"/>
                    </a:lnTo>
                    <a:lnTo>
                      <a:pt x="132834" y="51686"/>
                    </a:lnTo>
                    <a:lnTo>
                      <a:pt x="132633" y="51792"/>
                    </a:lnTo>
                    <a:lnTo>
                      <a:pt x="101881" y="69090"/>
                    </a:lnTo>
                    <a:lnTo>
                      <a:pt x="101881" y="64621"/>
                    </a:lnTo>
                    <a:lnTo>
                      <a:pt x="102172" y="64621"/>
                    </a:lnTo>
                    <a:lnTo>
                      <a:pt x="102530" y="64607"/>
                    </a:lnTo>
                    <a:lnTo>
                      <a:pt x="102880" y="64564"/>
                    </a:lnTo>
                    <a:lnTo>
                      <a:pt x="103221" y="64494"/>
                    </a:lnTo>
                    <a:lnTo>
                      <a:pt x="103552" y="64399"/>
                    </a:lnTo>
                    <a:lnTo>
                      <a:pt x="103871" y="64278"/>
                    </a:lnTo>
                    <a:lnTo>
                      <a:pt x="104178" y="64134"/>
                    </a:lnTo>
                    <a:lnTo>
                      <a:pt x="104472" y="63967"/>
                    </a:lnTo>
                    <a:lnTo>
                      <a:pt x="104750" y="63779"/>
                    </a:lnTo>
                    <a:lnTo>
                      <a:pt x="105013" y="63570"/>
                    </a:lnTo>
                    <a:lnTo>
                      <a:pt x="105259" y="63342"/>
                    </a:lnTo>
                    <a:lnTo>
                      <a:pt x="105487" y="63096"/>
                    </a:lnTo>
                    <a:lnTo>
                      <a:pt x="105696" y="62834"/>
                    </a:lnTo>
                    <a:lnTo>
                      <a:pt x="105884" y="62555"/>
                    </a:lnTo>
                    <a:lnTo>
                      <a:pt x="106051" y="62261"/>
                    </a:lnTo>
                    <a:lnTo>
                      <a:pt x="106195" y="61954"/>
                    </a:lnTo>
                    <a:lnTo>
                      <a:pt x="106316" y="61635"/>
                    </a:lnTo>
                    <a:lnTo>
                      <a:pt x="106411" y="61304"/>
                    </a:lnTo>
                    <a:lnTo>
                      <a:pt x="106481" y="60963"/>
                    </a:lnTo>
                    <a:lnTo>
                      <a:pt x="106524" y="60613"/>
                    </a:lnTo>
                    <a:lnTo>
                      <a:pt x="106538" y="60255"/>
                    </a:lnTo>
                    <a:lnTo>
                      <a:pt x="106524" y="59897"/>
                    </a:lnTo>
                    <a:lnTo>
                      <a:pt x="106481" y="59547"/>
                    </a:lnTo>
                    <a:lnTo>
                      <a:pt x="106411" y="59206"/>
                    </a:lnTo>
                    <a:lnTo>
                      <a:pt x="106316" y="58875"/>
                    </a:lnTo>
                    <a:lnTo>
                      <a:pt x="106195" y="58555"/>
                    </a:lnTo>
                    <a:lnTo>
                      <a:pt x="106051" y="58248"/>
                    </a:lnTo>
                    <a:lnTo>
                      <a:pt x="105884" y="57955"/>
                    </a:lnTo>
                    <a:lnTo>
                      <a:pt x="105696" y="57676"/>
                    </a:lnTo>
                    <a:lnTo>
                      <a:pt x="105487" y="57413"/>
                    </a:lnTo>
                    <a:lnTo>
                      <a:pt x="105259" y="57168"/>
                    </a:lnTo>
                    <a:lnTo>
                      <a:pt x="105013" y="56940"/>
                    </a:lnTo>
                    <a:lnTo>
                      <a:pt x="104750" y="56731"/>
                    </a:lnTo>
                    <a:lnTo>
                      <a:pt x="104472" y="56543"/>
                    </a:lnTo>
                    <a:lnTo>
                      <a:pt x="104178" y="56376"/>
                    </a:lnTo>
                    <a:lnTo>
                      <a:pt x="103871" y="56232"/>
                    </a:lnTo>
                    <a:lnTo>
                      <a:pt x="103552" y="56111"/>
                    </a:lnTo>
                    <a:lnTo>
                      <a:pt x="103221" y="56016"/>
                    </a:lnTo>
                    <a:lnTo>
                      <a:pt x="102880" y="55946"/>
                    </a:lnTo>
                    <a:lnTo>
                      <a:pt x="102530" y="55903"/>
                    </a:lnTo>
                    <a:lnTo>
                      <a:pt x="102172" y="55889"/>
                    </a:lnTo>
                    <a:lnTo>
                      <a:pt x="74227" y="55889"/>
                    </a:lnTo>
                    <a:lnTo>
                      <a:pt x="73869" y="55903"/>
                    </a:lnTo>
                    <a:lnTo>
                      <a:pt x="73519" y="55946"/>
                    </a:lnTo>
                    <a:lnTo>
                      <a:pt x="73178" y="56016"/>
                    </a:lnTo>
                    <a:lnTo>
                      <a:pt x="72847" y="56111"/>
                    </a:lnTo>
                    <a:lnTo>
                      <a:pt x="72528" y="56232"/>
                    </a:lnTo>
                    <a:lnTo>
                      <a:pt x="72221" y="56376"/>
                    </a:lnTo>
                    <a:lnTo>
                      <a:pt x="71927" y="56543"/>
                    </a:lnTo>
                    <a:lnTo>
                      <a:pt x="71649" y="56731"/>
                    </a:lnTo>
                    <a:lnTo>
                      <a:pt x="71386" y="56940"/>
                    </a:lnTo>
                    <a:lnTo>
                      <a:pt x="71140" y="57168"/>
                    </a:lnTo>
                    <a:lnTo>
                      <a:pt x="70912" y="57413"/>
                    </a:lnTo>
                    <a:lnTo>
                      <a:pt x="70703" y="57676"/>
                    </a:lnTo>
                    <a:lnTo>
                      <a:pt x="70515" y="57955"/>
                    </a:lnTo>
                    <a:lnTo>
                      <a:pt x="70348" y="58248"/>
                    </a:lnTo>
                    <a:lnTo>
                      <a:pt x="70204" y="58555"/>
                    </a:lnTo>
                    <a:lnTo>
                      <a:pt x="70083" y="58875"/>
                    </a:lnTo>
                    <a:lnTo>
                      <a:pt x="69988" y="59206"/>
                    </a:lnTo>
                    <a:lnTo>
                      <a:pt x="69918" y="59547"/>
                    </a:lnTo>
                    <a:lnTo>
                      <a:pt x="69875" y="59897"/>
                    </a:lnTo>
                    <a:lnTo>
                      <a:pt x="69861" y="60255"/>
                    </a:lnTo>
                    <a:lnTo>
                      <a:pt x="69875" y="60613"/>
                    </a:lnTo>
                    <a:lnTo>
                      <a:pt x="69918" y="60963"/>
                    </a:lnTo>
                    <a:lnTo>
                      <a:pt x="69988" y="61304"/>
                    </a:lnTo>
                    <a:lnTo>
                      <a:pt x="70083" y="61635"/>
                    </a:lnTo>
                    <a:lnTo>
                      <a:pt x="70204" y="61954"/>
                    </a:lnTo>
                    <a:lnTo>
                      <a:pt x="70348" y="62261"/>
                    </a:lnTo>
                    <a:lnTo>
                      <a:pt x="70515" y="62555"/>
                    </a:lnTo>
                    <a:lnTo>
                      <a:pt x="70703" y="62834"/>
                    </a:lnTo>
                    <a:lnTo>
                      <a:pt x="70912" y="63096"/>
                    </a:lnTo>
                    <a:lnTo>
                      <a:pt x="71140" y="63342"/>
                    </a:lnTo>
                    <a:lnTo>
                      <a:pt x="71386" y="63570"/>
                    </a:lnTo>
                    <a:lnTo>
                      <a:pt x="71649" y="63779"/>
                    </a:lnTo>
                    <a:lnTo>
                      <a:pt x="71927" y="63967"/>
                    </a:lnTo>
                    <a:lnTo>
                      <a:pt x="72221" y="64134"/>
                    </a:lnTo>
                    <a:lnTo>
                      <a:pt x="72528" y="64278"/>
                    </a:lnTo>
                    <a:lnTo>
                      <a:pt x="72847" y="64399"/>
                    </a:lnTo>
                    <a:lnTo>
                      <a:pt x="73178" y="64494"/>
                    </a:lnTo>
                    <a:lnTo>
                      <a:pt x="73519" y="64564"/>
                    </a:lnTo>
                    <a:lnTo>
                      <a:pt x="73869" y="64607"/>
                    </a:lnTo>
                    <a:lnTo>
                      <a:pt x="74227" y="64621"/>
                    </a:lnTo>
                    <a:lnTo>
                      <a:pt x="74518" y="64621"/>
                    </a:lnTo>
                    <a:lnTo>
                      <a:pt x="74518" y="84482"/>
                    </a:lnTo>
                    <a:lnTo>
                      <a:pt x="70145" y="86942"/>
                    </a:lnTo>
                    <a:lnTo>
                      <a:pt x="70004" y="86363"/>
                    </a:lnTo>
                    <a:lnTo>
                      <a:pt x="69861" y="85782"/>
                    </a:lnTo>
                    <a:lnTo>
                      <a:pt x="69715" y="85200"/>
                    </a:lnTo>
                    <a:lnTo>
                      <a:pt x="69568" y="84617"/>
                    </a:lnTo>
                    <a:lnTo>
                      <a:pt x="69418" y="84032"/>
                    </a:lnTo>
                    <a:lnTo>
                      <a:pt x="69266" y="83446"/>
                    </a:lnTo>
                    <a:lnTo>
                      <a:pt x="69112" y="82859"/>
                    </a:lnTo>
                    <a:lnTo>
                      <a:pt x="68955" y="82272"/>
                    </a:lnTo>
                    <a:lnTo>
                      <a:pt x="68797" y="81684"/>
                    </a:lnTo>
                    <a:lnTo>
                      <a:pt x="68636" y="81095"/>
                    </a:lnTo>
                    <a:lnTo>
                      <a:pt x="68473" y="80507"/>
                    </a:lnTo>
                    <a:lnTo>
                      <a:pt x="68309" y="79918"/>
                    </a:lnTo>
                    <a:lnTo>
                      <a:pt x="68142" y="79330"/>
                    </a:lnTo>
                    <a:lnTo>
                      <a:pt x="67973" y="78742"/>
                    </a:lnTo>
                    <a:lnTo>
                      <a:pt x="67802" y="78154"/>
                    </a:lnTo>
                    <a:lnTo>
                      <a:pt x="67629" y="77567"/>
                    </a:lnTo>
                    <a:lnTo>
                      <a:pt x="67454" y="76981"/>
                    </a:lnTo>
                    <a:lnTo>
                      <a:pt x="67277" y="76396"/>
                    </a:lnTo>
                    <a:lnTo>
                      <a:pt x="67098" y="75812"/>
                    </a:lnTo>
                    <a:lnTo>
                      <a:pt x="66917" y="75229"/>
                    </a:lnTo>
                    <a:lnTo>
                      <a:pt x="66007" y="72411"/>
                    </a:lnTo>
                    <a:lnTo>
                      <a:pt x="65086" y="69741"/>
                    </a:lnTo>
                    <a:lnTo>
                      <a:pt x="64154" y="67219"/>
                    </a:lnTo>
                    <a:lnTo>
                      <a:pt x="63210" y="64845"/>
                    </a:lnTo>
                    <a:lnTo>
                      <a:pt x="62254" y="62617"/>
                    </a:lnTo>
                    <a:lnTo>
                      <a:pt x="61286" y="60536"/>
                    </a:lnTo>
                    <a:lnTo>
                      <a:pt x="60305" y="58601"/>
                    </a:lnTo>
                    <a:lnTo>
                      <a:pt x="59312" y="56812"/>
                    </a:lnTo>
                    <a:lnTo>
                      <a:pt x="58305" y="55169"/>
                    </a:lnTo>
                    <a:lnTo>
                      <a:pt x="57285" y="53671"/>
                    </a:lnTo>
                    <a:lnTo>
                      <a:pt x="56251" y="52317"/>
                    </a:lnTo>
                    <a:lnTo>
                      <a:pt x="55203" y="51107"/>
                    </a:lnTo>
                    <a:lnTo>
                      <a:pt x="54141" y="50041"/>
                    </a:lnTo>
                    <a:lnTo>
                      <a:pt x="53065" y="49119"/>
                    </a:lnTo>
                    <a:lnTo>
                      <a:pt x="51973" y="48340"/>
                    </a:lnTo>
                    <a:lnTo>
                      <a:pt x="50867" y="47703"/>
                    </a:lnTo>
                    <a:lnTo>
                      <a:pt x="49744" y="47208"/>
                    </a:lnTo>
                    <a:lnTo>
                      <a:pt x="48607" y="46855"/>
                    </a:lnTo>
                    <a:lnTo>
                      <a:pt x="47453" y="46644"/>
                    </a:lnTo>
                    <a:lnTo>
                      <a:pt x="46283" y="46574"/>
                    </a:lnTo>
                    <a:lnTo>
                      <a:pt x="45113" y="46644"/>
                    </a:lnTo>
                    <a:lnTo>
                      <a:pt x="43959" y="46855"/>
                    </a:lnTo>
                    <a:lnTo>
                      <a:pt x="42821" y="47208"/>
                    </a:lnTo>
                    <a:lnTo>
                      <a:pt x="41699" y="47703"/>
                    </a:lnTo>
                    <a:lnTo>
                      <a:pt x="40592" y="48340"/>
                    </a:lnTo>
                    <a:lnTo>
                      <a:pt x="39501" y="49119"/>
                    </a:lnTo>
                    <a:lnTo>
                      <a:pt x="38424" y="50041"/>
                    </a:lnTo>
                    <a:lnTo>
                      <a:pt x="37362" y="51107"/>
                    </a:lnTo>
                    <a:lnTo>
                      <a:pt x="36314" y="52317"/>
                    </a:lnTo>
                    <a:lnTo>
                      <a:pt x="35280" y="53671"/>
                    </a:lnTo>
                    <a:lnTo>
                      <a:pt x="34260" y="55169"/>
                    </a:lnTo>
                    <a:lnTo>
                      <a:pt x="33254" y="56812"/>
                    </a:lnTo>
                    <a:lnTo>
                      <a:pt x="32260" y="58601"/>
                    </a:lnTo>
                    <a:lnTo>
                      <a:pt x="31279" y="60536"/>
                    </a:lnTo>
                    <a:lnTo>
                      <a:pt x="30311" y="62617"/>
                    </a:lnTo>
                    <a:lnTo>
                      <a:pt x="29356" y="64844"/>
                    </a:lnTo>
                    <a:lnTo>
                      <a:pt x="28412" y="67219"/>
                    </a:lnTo>
                    <a:lnTo>
                      <a:pt x="27480" y="69741"/>
                    </a:lnTo>
                    <a:lnTo>
                      <a:pt x="26559" y="72411"/>
                    </a:lnTo>
                    <a:lnTo>
                      <a:pt x="25649" y="75229"/>
                    </a:lnTo>
                    <a:lnTo>
                      <a:pt x="25011" y="77317"/>
                    </a:lnTo>
                    <a:lnTo>
                      <a:pt x="24399" y="79417"/>
                    </a:lnTo>
                    <a:lnTo>
                      <a:pt x="23813" y="81521"/>
                    </a:lnTo>
                    <a:lnTo>
                      <a:pt x="23254" y="83620"/>
                    </a:lnTo>
                    <a:lnTo>
                      <a:pt x="22723" y="85708"/>
                    </a:lnTo>
                    <a:lnTo>
                      <a:pt x="22221" y="87776"/>
                    </a:lnTo>
                    <a:lnTo>
                      <a:pt x="21748" y="89816"/>
                    </a:lnTo>
                    <a:lnTo>
                      <a:pt x="21305" y="91822"/>
                    </a:lnTo>
                    <a:lnTo>
                      <a:pt x="20893" y="93784"/>
                    </a:lnTo>
                    <a:lnTo>
                      <a:pt x="20513" y="95696"/>
                    </a:lnTo>
                    <a:lnTo>
                      <a:pt x="20166" y="97550"/>
                    </a:lnTo>
                    <a:lnTo>
                      <a:pt x="19851" y="99337"/>
                    </a:lnTo>
                    <a:lnTo>
                      <a:pt x="19571" y="101050"/>
                    </a:lnTo>
                    <a:lnTo>
                      <a:pt x="19326" y="102682"/>
                    </a:lnTo>
                    <a:lnTo>
                      <a:pt x="19116" y="104224"/>
                    </a:lnTo>
                    <a:lnTo>
                      <a:pt x="18943" y="105669"/>
                    </a:lnTo>
                    <a:lnTo>
                      <a:pt x="18807" y="107009"/>
                    </a:lnTo>
                    <a:lnTo>
                      <a:pt x="18709" y="108237"/>
                    </a:lnTo>
                    <a:lnTo>
                      <a:pt x="18649" y="109344"/>
                    </a:lnTo>
                    <a:lnTo>
                      <a:pt x="18629" y="110322"/>
                    </a:lnTo>
                    <a:lnTo>
                      <a:pt x="18704" y="112110"/>
                    </a:lnTo>
                    <a:lnTo>
                      <a:pt x="18925" y="113863"/>
                    </a:lnTo>
                    <a:lnTo>
                      <a:pt x="19288" y="115576"/>
                    </a:lnTo>
                    <a:lnTo>
                      <a:pt x="19786" y="117245"/>
                    </a:lnTo>
                    <a:lnTo>
                      <a:pt x="20414" y="118865"/>
                    </a:lnTo>
                    <a:lnTo>
                      <a:pt x="21168" y="120431"/>
                    </a:lnTo>
                    <a:lnTo>
                      <a:pt x="22042" y="121940"/>
                    </a:lnTo>
                    <a:lnTo>
                      <a:pt x="23030" y="123386"/>
                    </a:lnTo>
                    <a:lnTo>
                      <a:pt x="24128" y="124765"/>
                    </a:lnTo>
                    <a:lnTo>
                      <a:pt x="25330" y="126072"/>
                    </a:lnTo>
                    <a:lnTo>
                      <a:pt x="26631" y="127302"/>
                    </a:lnTo>
                    <a:lnTo>
                      <a:pt x="28025" y="128452"/>
                    </a:lnTo>
                    <a:lnTo>
                      <a:pt x="29508" y="129515"/>
                    </a:lnTo>
                    <a:lnTo>
                      <a:pt x="31074" y="130489"/>
                    </a:lnTo>
                    <a:lnTo>
                      <a:pt x="32717" y="131368"/>
                    </a:lnTo>
                    <a:lnTo>
                      <a:pt x="34433" y="132147"/>
                    </a:lnTo>
                    <a:lnTo>
                      <a:pt x="36216" y="132823"/>
                    </a:lnTo>
                    <a:lnTo>
                      <a:pt x="38061" y="133390"/>
                    </a:lnTo>
                    <a:lnTo>
                      <a:pt x="39963" y="133843"/>
                    </a:lnTo>
                    <a:lnTo>
                      <a:pt x="41916" y="134179"/>
                    </a:lnTo>
                    <a:lnTo>
                      <a:pt x="41916" y="167667"/>
                    </a:lnTo>
                    <a:lnTo>
                      <a:pt x="4366" y="167667"/>
                    </a:lnTo>
                    <a:lnTo>
                      <a:pt x="4008" y="167681"/>
                    </a:lnTo>
                    <a:lnTo>
                      <a:pt x="3658" y="167724"/>
                    </a:lnTo>
                    <a:lnTo>
                      <a:pt x="3317" y="167794"/>
                    </a:lnTo>
                    <a:lnTo>
                      <a:pt x="2986" y="167889"/>
                    </a:lnTo>
                    <a:lnTo>
                      <a:pt x="2666" y="168010"/>
                    </a:lnTo>
                    <a:lnTo>
                      <a:pt x="2359" y="168154"/>
                    </a:lnTo>
                    <a:lnTo>
                      <a:pt x="2066" y="168321"/>
                    </a:lnTo>
                    <a:lnTo>
                      <a:pt x="1787" y="168509"/>
                    </a:lnTo>
                    <a:lnTo>
                      <a:pt x="1524" y="168718"/>
                    </a:lnTo>
                    <a:lnTo>
                      <a:pt x="1278" y="168946"/>
                    </a:lnTo>
                    <a:lnTo>
                      <a:pt x="1051" y="169192"/>
                    </a:lnTo>
                    <a:lnTo>
                      <a:pt x="842" y="169454"/>
                    </a:lnTo>
                    <a:lnTo>
                      <a:pt x="654" y="169733"/>
                    </a:lnTo>
                    <a:lnTo>
                      <a:pt x="487" y="170027"/>
                    </a:lnTo>
                    <a:lnTo>
                      <a:pt x="343" y="170334"/>
                    </a:lnTo>
                    <a:lnTo>
                      <a:pt x="222" y="170653"/>
                    </a:lnTo>
                    <a:lnTo>
                      <a:pt x="126" y="170984"/>
                    </a:lnTo>
                    <a:lnTo>
                      <a:pt x="57" y="171325"/>
                    </a:lnTo>
                    <a:lnTo>
                      <a:pt x="14" y="171675"/>
                    </a:lnTo>
                    <a:lnTo>
                      <a:pt x="0" y="172033"/>
                    </a:lnTo>
                    <a:lnTo>
                      <a:pt x="14" y="172391"/>
                    </a:lnTo>
                    <a:lnTo>
                      <a:pt x="57" y="172741"/>
                    </a:lnTo>
                    <a:lnTo>
                      <a:pt x="126" y="173082"/>
                    </a:lnTo>
                    <a:lnTo>
                      <a:pt x="222" y="173413"/>
                    </a:lnTo>
                    <a:lnTo>
                      <a:pt x="343" y="173733"/>
                    </a:lnTo>
                    <a:lnTo>
                      <a:pt x="487" y="174040"/>
                    </a:lnTo>
                    <a:lnTo>
                      <a:pt x="654" y="174333"/>
                    </a:lnTo>
                    <a:lnTo>
                      <a:pt x="842" y="174612"/>
                    </a:lnTo>
                    <a:lnTo>
                      <a:pt x="1051" y="174875"/>
                    </a:lnTo>
                    <a:lnTo>
                      <a:pt x="1278" y="175121"/>
                    </a:lnTo>
                    <a:lnTo>
                      <a:pt x="1524" y="175348"/>
                    </a:lnTo>
                    <a:lnTo>
                      <a:pt x="1787" y="175557"/>
                    </a:lnTo>
                    <a:lnTo>
                      <a:pt x="2066" y="175745"/>
                    </a:lnTo>
                    <a:lnTo>
                      <a:pt x="2359" y="175912"/>
                    </a:lnTo>
                    <a:lnTo>
                      <a:pt x="2666" y="176056"/>
                    </a:lnTo>
                    <a:lnTo>
                      <a:pt x="2986" y="176177"/>
                    </a:lnTo>
                    <a:lnTo>
                      <a:pt x="3317" y="176273"/>
                    </a:lnTo>
                    <a:lnTo>
                      <a:pt x="3658" y="176342"/>
                    </a:lnTo>
                    <a:lnTo>
                      <a:pt x="4008" y="176385"/>
                    </a:lnTo>
                    <a:lnTo>
                      <a:pt x="4366" y="176400"/>
                    </a:lnTo>
                    <a:lnTo>
                      <a:pt x="265182" y="176400"/>
                    </a:lnTo>
                    <a:lnTo>
                      <a:pt x="265540" y="176385"/>
                    </a:lnTo>
                    <a:lnTo>
                      <a:pt x="265890" y="176342"/>
                    </a:lnTo>
                    <a:lnTo>
                      <a:pt x="266231" y="176273"/>
                    </a:lnTo>
                    <a:lnTo>
                      <a:pt x="266562" y="176177"/>
                    </a:lnTo>
                    <a:lnTo>
                      <a:pt x="266881" y="176056"/>
                    </a:lnTo>
                    <a:lnTo>
                      <a:pt x="267188" y="175912"/>
                    </a:lnTo>
                    <a:lnTo>
                      <a:pt x="267482" y="175745"/>
                    </a:lnTo>
                    <a:lnTo>
                      <a:pt x="267760" y="175557"/>
                    </a:lnTo>
                    <a:lnTo>
                      <a:pt x="268023" y="175348"/>
                    </a:lnTo>
                    <a:lnTo>
                      <a:pt x="268269" y="175121"/>
                    </a:lnTo>
                    <a:lnTo>
                      <a:pt x="268497" y="174875"/>
                    </a:lnTo>
                    <a:lnTo>
                      <a:pt x="268706" y="174612"/>
                    </a:lnTo>
                    <a:lnTo>
                      <a:pt x="268894" y="174333"/>
                    </a:lnTo>
                    <a:lnTo>
                      <a:pt x="269061" y="174040"/>
                    </a:lnTo>
                    <a:lnTo>
                      <a:pt x="269205" y="173733"/>
                    </a:lnTo>
                    <a:lnTo>
                      <a:pt x="269325" y="173413"/>
                    </a:lnTo>
                    <a:lnTo>
                      <a:pt x="269421" y="173082"/>
                    </a:lnTo>
                    <a:lnTo>
                      <a:pt x="269491" y="172741"/>
                    </a:lnTo>
                    <a:lnTo>
                      <a:pt x="269534" y="172391"/>
                    </a:lnTo>
                    <a:lnTo>
                      <a:pt x="269548" y="172033"/>
                    </a:lnTo>
                    <a:lnTo>
                      <a:pt x="269534" y="171675"/>
                    </a:lnTo>
                    <a:lnTo>
                      <a:pt x="269491" y="171325"/>
                    </a:lnTo>
                    <a:lnTo>
                      <a:pt x="269421" y="170984"/>
                    </a:lnTo>
                    <a:lnTo>
                      <a:pt x="269325" y="170653"/>
                    </a:lnTo>
                    <a:lnTo>
                      <a:pt x="269205" y="170334"/>
                    </a:lnTo>
                    <a:lnTo>
                      <a:pt x="269061" y="170027"/>
                    </a:lnTo>
                    <a:lnTo>
                      <a:pt x="268894" y="169733"/>
                    </a:lnTo>
                    <a:lnTo>
                      <a:pt x="268706" y="169454"/>
                    </a:lnTo>
                    <a:lnTo>
                      <a:pt x="268497" y="169192"/>
                    </a:lnTo>
                    <a:lnTo>
                      <a:pt x="268269" y="168946"/>
                    </a:lnTo>
                    <a:lnTo>
                      <a:pt x="268023" y="168718"/>
                    </a:lnTo>
                    <a:lnTo>
                      <a:pt x="267760" y="168509"/>
                    </a:lnTo>
                    <a:lnTo>
                      <a:pt x="267482" y="168321"/>
                    </a:lnTo>
                    <a:lnTo>
                      <a:pt x="267188" y="168154"/>
                    </a:lnTo>
                    <a:lnTo>
                      <a:pt x="266881" y="168010"/>
                    </a:lnTo>
                    <a:lnTo>
                      <a:pt x="266562" y="167889"/>
                    </a:lnTo>
                    <a:lnTo>
                      <a:pt x="266231" y="167794"/>
                    </a:lnTo>
                    <a:lnTo>
                      <a:pt x="265890" y="167724"/>
                    </a:lnTo>
                    <a:lnTo>
                      <a:pt x="265540" y="167681"/>
                    </a:lnTo>
                    <a:close/>
                    <a:moveTo>
                      <a:pt x="144380" y="139722"/>
                    </a:moveTo>
                    <a:lnTo>
                      <a:pt x="144089" y="139722"/>
                    </a:lnTo>
                    <a:lnTo>
                      <a:pt x="143731" y="139737"/>
                    </a:lnTo>
                    <a:lnTo>
                      <a:pt x="143380" y="139779"/>
                    </a:lnTo>
                    <a:lnTo>
                      <a:pt x="143039" y="139849"/>
                    </a:lnTo>
                    <a:lnTo>
                      <a:pt x="142709" y="139945"/>
                    </a:lnTo>
                    <a:lnTo>
                      <a:pt x="142389" y="140065"/>
                    </a:lnTo>
                    <a:lnTo>
                      <a:pt x="142082" y="140210"/>
                    </a:lnTo>
                    <a:lnTo>
                      <a:pt x="141789" y="140376"/>
                    </a:lnTo>
                    <a:lnTo>
                      <a:pt x="141510" y="140565"/>
                    </a:lnTo>
                    <a:lnTo>
                      <a:pt x="141247" y="140773"/>
                    </a:lnTo>
                    <a:lnTo>
                      <a:pt x="141001" y="141001"/>
                    </a:lnTo>
                    <a:lnTo>
                      <a:pt x="140773" y="141247"/>
                    </a:lnTo>
                    <a:lnTo>
                      <a:pt x="140565" y="141510"/>
                    </a:lnTo>
                    <a:lnTo>
                      <a:pt x="140376" y="141789"/>
                    </a:lnTo>
                    <a:lnTo>
                      <a:pt x="140210" y="142082"/>
                    </a:lnTo>
                    <a:lnTo>
                      <a:pt x="140065" y="142389"/>
                    </a:lnTo>
                    <a:lnTo>
                      <a:pt x="139945" y="142709"/>
                    </a:lnTo>
                    <a:lnTo>
                      <a:pt x="139849" y="143039"/>
                    </a:lnTo>
                    <a:lnTo>
                      <a:pt x="139779" y="143380"/>
                    </a:lnTo>
                    <a:lnTo>
                      <a:pt x="139737" y="143731"/>
                    </a:lnTo>
                    <a:lnTo>
                      <a:pt x="139722" y="144089"/>
                    </a:lnTo>
                    <a:lnTo>
                      <a:pt x="139737" y="144447"/>
                    </a:lnTo>
                    <a:lnTo>
                      <a:pt x="139779" y="144797"/>
                    </a:lnTo>
                    <a:lnTo>
                      <a:pt x="139849" y="145138"/>
                    </a:lnTo>
                    <a:lnTo>
                      <a:pt x="139945" y="145469"/>
                    </a:lnTo>
                    <a:lnTo>
                      <a:pt x="140065" y="145788"/>
                    </a:lnTo>
                    <a:lnTo>
                      <a:pt x="140210" y="146095"/>
                    </a:lnTo>
                    <a:lnTo>
                      <a:pt x="140376" y="146389"/>
                    </a:lnTo>
                    <a:lnTo>
                      <a:pt x="140565" y="146667"/>
                    </a:lnTo>
                    <a:lnTo>
                      <a:pt x="140773" y="146930"/>
                    </a:lnTo>
                    <a:lnTo>
                      <a:pt x="141001" y="147176"/>
                    </a:lnTo>
                    <a:lnTo>
                      <a:pt x="141247" y="147404"/>
                    </a:lnTo>
                    <a:lnTo>
                      <a:pt x="141510" y="147612"/>
                    </a:lnTo>
                    <a:lnTo>
                      <a:pt x="141789" y="147801"/>
                    </a:lnTo>
                    <a:lnTo>
                      <a:pt x="142082" y="147968"/>
                    </a:lnTo>
                    <a:lnTo>
                      <a:pt x="142389" y="148112"/>
                    </a:lnTo>
                    <a:lnTo>
                      <a:pt x="142709" y="148232"/>
                    </a:lnTo>
                    <a:lnTo>
                      <a:pt x="143039" y="148328"/>
                    </a:lnTo>
                    <a:lnTo>
                      <a:pt x="143380" y="148398"/>
                    </a:lnTo>
                    <a:lnTo>
                      <a:pt x="143731" y="148440"/>
                    </a:lnTo>
                    <a:lnTo>
                      <a:pt x="144089" y="148455"/>
                    </a:lnTo>
                    <a:lnTo>
                      <a:pt x="144380" y="148455"/>
                    </a:lnTo>
                    <a:lnTo>
                      <a:pt x="144380" y="167667"/>
                    </a:lnTo>
                    <a:lnTo>
                      <a:pt x="125168" y="167667"/>
                    </a:lnTo>
                    <a:lnTo>
                      <a:pt x="125168" y="120510"/>
                    </a:lnTo>
                    <a:lnTo>
                      <a:pt x="144380" y="120510"/>
                    </a:lnTo>
                    <a:close/>
                    <a:moveTo>
                      <a:pt x="153112" y="116144"/>
                    </a:moveTo>
                    <a:lnTo>
                      <a:pt x="153098" y="115786"/>
                    </a:lnTo>
                    <a:lnTo>
                      <a:pt x="153055" y="115436"/>
                    </a:lnTo>
                    <a:lnTo>
                      <a:pt x="152985" y="115095"/>
                    </a:lnTo>
                    <a:lnTo>
                      <a:pt x="152890" y="114764"/>
                    </a:lnTo>
                    <a:lnTo>
                      <a:pt x="152769" y="114445"/>
                    </a:lnTo>
                    <a:lnTo>
                      <a:pt x="152625" y="114138"/>
                    </a:lnTo>
                    <a:lnTo>
                      <a:pt x="152458" y="113844"/>
                    </a:lnTo>
                    <a:lnTo>
                      <a:pt x="152270" y="113565"/>
                    </a:lnTo>
                    <a:lnTo>
                      <a:pt x="152061" y="113303"/>
                    </a:lnTo>
                    <a:lnTo>
                      <a:pt x="151833" y="113057"/>
                    </a:lnTo>
                    <a:lnTo>
                      <a:pt x="151588" y="112829"/>
                    </a:lnTo>
                    <a:lnTo>
                      <a:pt x="151325" y="112620"/>
                    </a:lnTo>
                    <a:lnTo>
                      <a:pt x="151046" y="112432"/>
                    </a:lnTo>
                    <a:lnTo>
                      <a:pt x="150753" y="112265"/>
                    </a:lnTo>
                    <a:lnTo>
                      <a:pt x="150446" y="112121"/>
                    </a:lnTo>
                    <a:lnTo>
                      <a:pt x="150126" y="112000"/>
                    </a:lnTo>
                    <a:lnTo>
                      <a:pt x="149795" y="111905"/>
                    </a:lnTo>
                    <a:lnTo>
                      <a:pt x="149454" y="111835"/>
                    </a:lnTo>
                    <a:lnTo>
                      <a:pt x="149104" y="111792"/>
                    </a:lnTo>
                    <a:lnTo>
                      <a:pt x="148746" y="111778"/>
                    </a:lnTo>
                    <a:lnTo>
                      <a:pt x="120801" y="111778"/>
                    </a:lnTo>
                    <a:lnTo>
                      <a:pt x="120443" y="111792"/>
                    </a:lnTo>
                    <a:lnTo>
                      <a:pt x="120093" y="111835"/>
                    </a:lnTo>
                    <a:lnTo>
                      <a:pt x="119752" y="111905"/>
                    </a:lnTo>
                    <a:lnTo>
                      <a:pt x="119421" y="112000"/>
                    </a:lnTo>
                    <a:lnTo>
                      <a:pt x="119102" y="112121"/>
                    </a:lnTo>
                    <a:lnTo>
                      <a:pt x="118795" y="112265"/>
                    </a:lnTo>
                    <a:lnTo>
                      <a:pt x="118502" y="112432"/>
                    </a:lnTo>
                    <a:lnTo>
                      <a:pt x="118223" y="112620"/>
                    </a:lnTo>
                    <a:lnTo>
                      <a:pt x="117960" y="112829"/>
                    </a:lnTo>
                    <a:lnTo>
                      <a:pt x="117714" y="113057"/>
                    </a:lnTo>
                    <a:lnTo>
                      <a:pt x="117486" y="113303"/>
                    </a:lnTo>
                    <a:lnTo>
                      <a:pt x="117278" y="113565"/>
                    </a:lnTo>
                    <a:lnTo>
                      <a:pt x="117089" y="113844"/>
                    </a:lnTo>
                    <a:lnTo>
                      <a:pt x="116923" y="114138"/>
                    </a:lnTo>
                    <a:lnTo>
                      <a:pt x="116778" y="114445"/>
                    </a:lnTo>
                    <a:lnTo>
                      <a:pt x="116658" y="114764"/>
                    </a:lnTo>
                    <a:lnTo>
                      <a:pt x="116562" y="115095"/>
                    </a:lnTo>
                    <a:lnTo>
                      <a:pt x="116492" y="115436"/>
                    </a:lnTo>
                    <a:lnTo>
                      <a:pt x="116450" y="115786"/>
                    </a:lnTo>
                    <a:lnTo>
                      <a:pt x="116435" y="116144"/>
                    </a:lnTo>
                    <a:lnTo>
                      <a:pt x="116435" y="167667"/>
                    </a:lnTo>
                    <a:lnTo>
                      <a:pt x="69279" y="167667"/>
                    </a:lnTo>
                    <a:lnTo>
                      <a:pt x="69279" y="123723"/>
                    </a:lnTo>
                    <a:lnTo>
                      <a:pt x="69615" y="123274"/>
                    </a:lnTo>
                    <a:lnTo>
                      <a:pt x="69940" y="122817"/>
                    </a:lnTo>
                    <a:lnTo>
                      <a:pt x="70253" y="122354"/>
                    </a:lnTo>
                    <a:lnTo>
                      <a:pt x="70555" y="121884"/>
                    </a:lnTo>
                    <a:lnTo>
                      <a:pt x="70845" y="121408"/>
                    </a:lnTo>
                    <a:lnTo>
                      <a:pt x="71124" y="120926"/>
                    </a:lnTo>
                    <a:lnTo>
                      <a:pt x="71390" y="120438"/>
                    </a:lnTo>
                    <a:lnTo>
                      <a:pt x="71644" y="119943"/>
                    </a:lnTo>
                    <a:lnTo>
                      <a:pt x="71885" y="119443"/>
                    </a:lnTo>
                    <a:lnTo>
                      <a:pt x="72114" y="118938"/>
                    </a:lnTo>
                    <a:lnTo>
                      <a:pt x="72330" y="118427"/>
                    </a:lnTo>
                    <a:lnTo>
                      <a:pt x="72533" y="117910"/>
                    </a:lnTo>
                    <a:lnTo>
                      <a:pt x="72723" y="117388"/>
                    </a:lnTo>
                    <a:lnTo>
                      <a:pt x="72900" y="116862"/>
                    </a:lnTo>
                    <a:lnTo>
                      <a:pt x="73064" y="116330"/>
                    </a:lnTo>
                    <a:lnTo>
                      <a:pt x="73214" y="115794"/>
                    </a:lnTo>
                    <a:lnTo>
                      <a:pt x="73350" y="115253"/>
                    </a:lnTo>
                    <a:lnTo>
                      <a:pt x="73472" y="114708"/>
                    </a:lnTo>
                    <a:lnTo>
                      <a:pt x="73580" y="114159"/>
                    </a:lnTo>
                    <a:lnTo>
                      <a:pt x="73674" y="113605"/>
                    </a:lnTo>
                    <a:lnTo>
                      <a:pt x="134774" y="79237"/>
                    </a:lnTo>
                    <a:lnTo>
                      <a:pt x="186855" y="108533"/>
                    </a:lnTo>
                    <a:lnTo>
                      <a:pt x="186888" y="108714"/>
                    </a:lnTo>
                    <a:lnTo>
                      <a:pt x="186921" y="108896"/>
                    </a:lnTo>
                    <a:lnTo>
                      <a:pt x="186954" y="109077"/>
                    </a:lnTo>
                    <a:lnTo>
                      <a:pt x="186989" y="109257"/>
                    </a:lnTo>
                    <a:lnTo>
                      <a:pt x="187025" y="109438"/>
                    </a:lnTo>
                    <a:lnTo>
                      <a:pt x="187061" y="109618"/>
                    </a:lnTo>
                    <a:lnTo>
                      <a:pt x="187099" y="109798"/>
                    </a:lnTo>
                    <a:lnTo>
                      <a:pt x="187137" y="109977"/>
                    </a:lnTo>
                    <a:lnTo>
                      <a:pt x="187176" y="110156"/>
                    </a:lnTo>
                    <a:lnTo>
                      <a:pt x="187216" y="110335"/>
                    </a:lnTo>
                    <a:lnTo>
                      <a:pt x="187257" y="110514"/>
                    </a:lnTo>
                    <a:lnTo>
                      <a:pt x="187298" y="110692"/>
                    </a:lnTo>
                    <a:lnTo>
                      <a:pt x="187341" y="110870"/>
                    </a:lnTo>
                    <a:lnTo>
                      <a:pt x="187384" y="111047"/>
                    </a:lnTo>
                    <a:lnTo>
                      <a:pt x="187429" y="111225"/>
                    </a:lnTo>
                    <a:lnTo>
                      <a:pt x="187474" y="111401"/>
                    </a:lnTo>
                    <a:lnTo>
                      <a:pt x="187520" y="111578"/>
                    </a:lnTo>
                    <a:lnTo>
                      <a:pt x="187567" y="111754"/>
                    </a:lnTo>
                    <a:lnTo>
                      <a:pt x="187614" y="111930"/>
                    </a:lnTo>
                    <a:lnTo>
                      <a:pt x="186005" y="111778"/>
                    </a:lnTo>
                    <a:lnTo>
                      <a:pt x="167375" y="111778"/>
                    </a:lnTo>
                    <a:lnTo>
                      <a:pt x="167017" y="111792"/>
                    </a:lnTo>
                    <a:lnTo>
                      <a:pt x="166667" y="111835"/>
                    </a:lnTo>
                    <a:lnTo>
                      <a:pt x="166326" y="111905"/>
                    </a:lnTo>
                    <a:lnTo>
                      <a:pt x="165995" y="112000"/>
                    </a:lnTo>
                    <a:lnTo>
                      <a:pt x="165676" y="112121"/>
                    </a:lnTo>
                    <a:lnTo>
                      <a:pt x="165369" y="112265"/>
                    </a:lnTo>
                    <a:lnTo>
                      <a:pt x="165075" y="112432"/>
                    </a:lnTo>
                    <a:lnTo>
                      <a:pt x="164796" y="112620"/>
                    </a:lnTo>
                    <a:lnTo>
                      <a:pt x="164534" y="112829"/>
                    </a:lnTo>
                    <a:lnTo>
                      <a:pt x="164288" y="113057"/>
                    </a:lnTo>
                    <a:lnTo>
                      <a:pt x="164060" y="113303"/>
                    </a:lnTo>
                    <a:lnTo>
                      <a:pt x="163851" y="113565"/>
                    </a:lnTo>
                    <a:lnTo>
                      <a:pt x="163663" y="113844"/>
                    </a:lnTo>
                    <a:lnTo>
                      <a:pt x="163496" y="114138"/>
                    </a:lnTo>
                    <a:lnTo>
                      <a:pt x="163352" y="114445"/>
                    </a:lnTo>
                    <a:lnTo>
                      <a:pt x="163231" y="114764"/>
                    </a:lnTo>
                    <a:lnTo>
                      <a:pt x="163136" y="115095"/>
                    </a:lnTo>
                    <a:lnTo>
                      <a:pt x="163066" y="115436"/>
                    </a:lnTo>
                    <a:lnTo>
                      <a:pt x="163023" y="115786"/>
                    </a:lnTo>
                    <a:lnTo>
                      <a:pt x="163009" y="116144"/>
                    </a:lnTo>
                    <a:lnTo>
                      <a:pt x="163009" y="148746"/>
                    </a:lnTo>
                    <a:lnTo>
                      <a:pt x="163023" y="149104"/>
                    </a:lnTo>
                    <a:lnTo>
                      <a:pt x="163066" y="149454"/>
                    </a:lnTo>
                    <a:lnTo>
                      <a:pt x="163136" y="149795"/>
                    </a:lnTo>
                    <a:lnTo>
                      <a:pt x="163231" y="150126"/>
                    </a:lnTo>
                    <a:lnTo>
                      <a:pt x="163352" y="150446"/>
                    </a:lnTo>
                    <a:lnTo>
                      <a:pt x="163496" y="150753"/>
                    </a:lnTo>
                    <a:lnTo>
                      <a:pt x="163663" y="151046"/>
                    </a:lnTo>
                    <a:lnTo>
                      <a:pt x="163851" y="151325"/>
                    </a:lnTo>
                    <a:lnTo>
                      <a:pt x="164060" y="151588"/>
                    </a:lnTo>
                    <a:lnTo>
                      <a:pt x="164288" y="151833"/>
                    </a:lnTo>
                    <a:lnTo>
                      <a:pt x="164534" y="152061"/>
                    </a:lnTo>
                    <a:lnTo>
                      <a:pt x="164796" y="152270"/>
                    </a:lnTo>
                    <a:lnTo>
                      <a:pt x="165075" y="152458"/>
                    </a:lnTo>
                    <a:lnTo>
                      <a:pt x="165369" y="152625"/>
                    </a:lnTo>
                    <a:lnTo>
                      <a:pt x="165676" y="152769"/>
                    </a:lnTo>
                    <a:lnTo>
                      <a:pt x="165995" y="152890"/>
                    </a:lnTo>
                    <a:lnTo>
                      <a:pt x="166326" y="152985"/>
                    </a:lnTo>
                    <a:lnTo>
                      <a:pt x="166667" y="153055"/>
                    </a:lnTo>
                    <a:lnTo>
                      <a:pt x="167017" y="153098"/>
                    </a:lnTo>
                    <a:lnTo>
                      <a:pt x="167375" y="153112"/>
                    </a:lnTo>
                    <a:lnTo>
                      <a:pt x="186005" y="153112"/>
                    </a:lnTo>
                    <a:lnTo>
                      <a:pt x="186363" y="153098"/>
                    </a:lnTo>
                    <a:lnTo>
                      <a:pt x="186713" y="153055"/>
                    </a:lnTo>
                    <a:lnTo>
                      <a:pt x="187054" y="152985"/>
                    </a:lnTo>
                    <a:lnTo>
                      <a:pt x="187385" y="152890"/>
                    </a:lnTo>
                    <a:lnTo>
                      <a:pt x="187704" y="152769"/>
                    </a:lnTo>
                    <a:lnTo>
                      <a:pt x="188011" y="152625"/>
                    </a:lnTo>
                    <a:lnTo>
                      <a:pt x="188305" y="152458"/>
                    </a:lnTo>
                    <a:lnTo>
                      <a:pt x="188584" y="152270"/>
                    </a:lnTo>
                    <a:lnTo>
                      <a:pt x="188846" y="152061"/>
                    </a:lnTo>
                    <a:lnTo>
                      <a:pt x="189092" y="151833"/>
                    </a:lnTo>
                    <a:lnTo>
                      <a:pt x="189320" y="151588"/>
                    </a:lnTo>
                    <a:lnTo>
                      <a:pt x="189529" y="151325"/>
                    </a:lnTo>
                    <a:lnTo>
                      <a:pt x="189717" y="151046"/>
                    </a:lnTo>
                    <a:lnTo>
                      <a:pt x="189884" y="150753"/>
                    </a:lnTo>
                    <a:lnTo>
                      <a:pt x="190028" y="150446"/>
                    </a:lnTo>
                    <a:lnTo>
                      <a:pt x="190149" y="150126"/>
                    </a:lnTo>
                    <a:lnTo>
                      <a:pt x="190244" y="149795"/>
                    </a:lnTo>
                    <a:lnTo>
                      <a:pt x="190314" y="149454"/>
                    </a:lnTo>
                    <a:lnTo>
                      <a:pt x="190357" y="149104"/>
                    </a:lnTo>
                    <a:lnTo>
                      <a:pt x="190371" y="148746"/>
                    </a:lnTo>
                    <a:lnTo>
                      <a:pt x="190371" y="119012"/>
                    </a:lnTo>
                    <a:lnTo>
                      <a:pt x="190741" y="119712"/>
                    </a:lnTo>
                    <a:lnTo>
                      <a:pt x="191124" y="120403"/>
                    </a:lnTo>
                    <a:lnTo>
                      <a:pt x="191522" y="121085"/>
                    </a:lnTo>
                    <a:lnTo>
                      <a:pt x="191934" y="121757"/>
                    </a:lnTo>
                    <a:lnTo>
                      <a:pt x="192360" y="122420"/>
                    </a:lnTo>
                    <a:lnTo>
                      <a:pt x="192799" y="123074"/>
                    </a:lnTo>
                    <a:lnTo>
                      <a:pt x="193252" y="123717"/>
                    </a:lnTo>
                    <a:lnTo>
                      <a:pt x="193718" y="124350"/>
                    </a:lnTo>
                    <a:lnTo>
                      <a:pt x="194197" y="124973"/>
                    </a:lnTo>
                    <a:lnTo>
                      <a:pt x="194689" y="125585"/>
                    </a:lnTo>
                    <a:lnTo>
                      <a:pt x="195193" y="126187"/>
                    </a:lnTo>
                    <a:lnTo>
                      <a:pt x="195710" y="126778"/>
                    </a:lnTo>
                    <a:lnTo>
                      <a:pt x="196239" y="127357"/>
                    </a:lnTo>
                    <a:lnTo>
                      <a:pt x="196780" y="127925"/>
                    </a:lnTo>
                    <a:lnTo>
                      <a:pt x="197333" y="128482"/>
                    </a:lnTo>
                    <a:lnTo>
                      <a:pt x="197898" y="129027"/>
                    </a:lnTo>
                    <a:lnTo>
                      <a:pt x="198474" y="129560"/>
                    </a:lnTo>
                    <a:lnTo>
                      <a:pt x="199061" y="130081"/>
                    </a:lnTo>
                    <a:lnTo>
                      <a:pt x="199659" y="130589"/>
                    </a:lnTo>
                    <a:lnTo>
                      <a:pt x="200268" y="131085"/>
                    </a:lnTo>
                    <a:lnTo>
                      <a:pt x="200268" y="167667"/>
                    </a:lnTo>
                    <a:lnTo>
                      <a:pt x="153112" y="167667"/>
                    </a:lnTo>
                    <a:close/>
                    <a:moveTo>
                      <a:pt x="181640" y="125750"/>
                    </a:moveTo>
                    <a:lnTo>
                      <a:pt x="171743" y="125750"/>
                    </a:lnTo>
                    <a:lnTo>
                      <a:pt x="171743" y="120510"/>
                    </a:lnTo>
                    <a:lnTo>
                      <a:pt x="181640" y="120510"/>
                    </a:lnTo>
                    <a:close/>
                    <a:moveTo>
                      <a:pt x="171743" y="134483"/>
                    </a:moveTo>
                    <a:lnTo>
                      <a:pt x="181640" y="134483"/>
                    </a:lnTo>
                    <a:lnTo>
                      <a:pt x="181640" y="144380"/>
                    </a:lnTo>
                    <a:lnTo>
                      <a:pt x="171743" y="144380"/>
                    </a:lnTo>
                    <a:close/>
                    <a:moveTo>
                      <a:pt x="209002" y="136275"/>
                    </a:moveTo>
                    <a:lnTo>
                      <a:pt x="209470" y="136467"/>
                    </a:lnTo>
                    <a:lnTo>
                      <a:pt x="209941" y="136653"/>
                    </a:lnTo>
                    <a:lnTo>
                      <a:pt x="210415" y="136833"/>
                    </a:lnTo>
                    <a:lnTo>
                      <a:pt x="210892" y="137006"/>
                    </a:lnTo>
                    <a:lnTo>
                      <a:pt x="211372" y="137173"/>
                    </a:lnTo>
                    <a:lnTo>
                      <a:pt x="211855" y="137333"/>
                    </a:lnTo>
                    <a:lnTo>
                      <a:pt x="212341" y="137487"/>
                    </a:lnTo>
                    <a:lnTo>
                      <a:pt x="212830" y="137635"/>
                    </a:lnTo>
                    <a:lnTo>
                      <a:pt x="213321" y="137775"/>
                    </a:lnTo>
                    <a:lnTo>
                      <a:pt x="213816" y="137909"/>
                    </a:lnTo>
                    <a:lnTo>
                      <a:pt x="214313" y="138036"/>
                    </a:lnTo>
                    <a:lnTo>
                      <a:pt x="214812" y="138157"/>
                    </a:lnTo>
                    <a:lnTo>
                      <a:pt x="215315" y="138271"/>
                    </a:lnTo>
                    <a:lnTo>
                      <a:pt x="215820" y="138378"/>
                    </a:lnTo>
                    <a:lnTo>
                      <a:pt x="216327" y="138478"/>
                    </a:lnTo>
                    <a:lnTo>
                      <a:pt x="216837" y="138571"/>
                    </a:lnTo>
                    <a:lnTo>
                      <a:pt x="217349" y="138657"/>
                    </a:lnTo>
                    <a:lnTo>
                      <a:pt x="217863" y="138736"/>
                    </a:lnTo>
                    <a:lnTo>
                      <a:pt x="218380" y="138808"/>
                    </a:lnTo>
                    <a:lnTo>
                      <a:pt x="218899" y="138873"/>
                    </a:lnTo>
                    <a:lnTo>
                      <a:pt x="218899" y="167667"/>
                    </a:lnTo>
                    <a:lnTo>
                      <a:pt x="209002" y="167667"/>
                    </a:lnTo>
                    <a:close/>
                    <a:moveTo>
                      <a:pt x="223265" y="14521"/>
                    </a:moveTo>
                    <a:lnTo>
                      <a:pt x="224630" y="17481"/>
                    </a:lnTo>
                    <a:lnTo>
                      <a:pt x="226138" y="20803"/>
                    </a:lnTo>
                    <a:lnTo>
                      <a:pt x="227767" y="24453"/>
                    </a:lnTo>
                    <a:lnTo>
                      <a:pt x="229492" y="28394"/>
                    </a:lnTo>
                    <a:lnTo>
                      <a:pt x="231292" y="32591"/>
                    </a:lnTo>
                    <a:lnTo>
                      <a:pt x="233143" y="37009"/>
                    </a:lnTo>
                    <a:lnTo>
                      <a:pt x="235022" y="41612"/>
                    </a:lnTo>
                    <a:lnTo>
                      <a:pt x="236906" y="46365"/>
                    </a:lnTo>
                    <a:lnTo>
                      <a:pt x="238772" y="51233"/>
                    </a:lnTo>
                    <a:lnTo>
                      <a:pt x="240596" y="56179"/>
                    </a:lnTo>
                    <a:lnTo>
                      <a:pt x="242357" y="61168"/>
                    </a:lnTo>
                    <a:lnTo>
                      <a:pt x="244030" y="66165"/>
                    </a:lnTo>
                    <a:lnTo>
                      <a:pt x="245592" y="71135"/>
                    </a:lnTo>
                    <a:lnTo>
                      <a:pt x="247022" y="76042"/>
                    </a:lnTo>
                    <a:lnTo>
                      <a:pt x="248294" y="80850"/>
                    </a:lnTo>
                    <a:lnTo>
                      <a:pt x="249387" y="85524"/>
                    </a:lnTo>
                    <a:lnTo>
                      <a:pt x="250277" y="90029"/>
                    </a:lnTo>
                    <a:lnTo>
                      <a:pt x="250942" y="94329"/>
                    </a:lnTo>
                    <a:lnTo>
                      <a:pt x="251357" y="98388"/>
                    </a:lnTo>
                    <a:lnTo>
                      <a:pt x="251501" y="102172"/>
                    </a:lnTo>
                    <a:lnTo>
                      <a:pt x="251424" y="104266"/>
                    </a:lnTo>
                    <a:lnTo>
                      <a:pt x="251197" y="106319"/>
                    </a:lnTo>
                    <a:lnTo>
                      <a:pt x="250826" y="108325"/>
                    </a:lnTo>
                    <a:lnTo>
                      <a:pt x="250315" y="110279"/>
                    </a:lnTo>
                    <a:lnTo>
                      <a:pt x="249670" y="112177"/>
                    </a:lnTo>
                    <a:lnTo>
                      <a:pt x="248897" y="114011"/>
                    </a:lnTo>
                    <a:lnTo>
                      <a:pt x="248001" y="115777"/>
                    </a:lnTo>
                    <a:lnTo>
                      <a:pt x="246988" y="117470"/>
                    </a:lnTo>
                    <a:lnTo>
                      <a:pt x="245862" y="119083"/>
                    </a:lnTo>
                    <a:lnTo>
                      <a:pt x="244630" y="120612"/>
                    </a:lnTo>
                    <a:lnTo>
                      <a:pt x="243296" y="122052"/>
                    </a:lnTo>
                    <a:lnTo>
                      <a:pt x="241867" y="123396"/>
                    </a:lnTo>
                    <a:lnTo>
                      <a:pt x="240347" y="124639"/>
                    </a:lnTo>
                    <a:lnTo>
                      <a:pt x="238742" y="125777"/>
                    </a:lnTo>
                    <a:lnTo>
                      <a:pt x="237058" y="126802"/>
                    </a:lnTo>
                    <a:lnTo>
                      <a:pt x="235299" y="127711"/>
                    </a:lnTo>
                    <a:lnTo>
                      <a:pt x="233472" y="128498"/>
                    </a:lnTo>
                    <a:lnTo>
                      <a:pt x="231581" y="129156"/>
                    </a:lnTo>
                    <a:lnTo>
                      <a:pt x="229633" y="129682"/>
                    </a:lnTo>
                    <a:lnTo>
                      <a:pt x="227632" y="130069"/>
                    </a:lnTo>
                    <a:lnTo>
                      <a:pt x="227632" y="116143"/>
                    </a:lnTo>
                    <a:lnTo>
                      <a:pt x="227632" y="103981"/>
                    </a:lnTo>
                    <a:lnTo>
                      <a:pt x="240325" y="91287"/>
                    </a:lnTo>
                    <a:lnTo>
                      <a:pt x="240568" y="91024"/>
                    </a:lnTo>
                    <a:lnTo>
                      <a:pt x="240785" y="90746"/>
                    </a:lnTo>
                    <a:lnTo>
                      <a:pt x="240977" y="90456"/>
                    </a:lnTo>
                    <a:lnTo>
                      <a:pt x="241143" y="90154"/>
                    </a:lnTo>
                    <a:lnTo>
                      <a:pt x="241284" y="89843"/>
                    </a:lnTo>
                    <a:lnTo>
                      <a:pt x="241399" y="89524"/>
                    </a:lnTo>
                    <a:lnTo>
                      <a:pt x="241489" y="89198"/>
                    </a:lnTo>
                    <a:lnTo>
                      <a:pt x="241553" y="88868"/>
                    </a:lnTo>
                    <a:lnTo>
                      <a:pt x="241591" y="88535"/>
                    </a:lnTo>
                    <a:lnTo>
                      <a:pt x="241604" y="88200"/>
                    </a:lnTo>
                    <a:lnTo>
                      <a:pt x="241591" y="87865"/>
                    </a:lnTo>
                    <a:lnTo>
                      <a:pt x="241553" y="87532"/>
                    </a:lnTo>
                    <a:lnTo>
                      <a:pt x="241489" y="87201"/>
                    </a:lnTo>
                    <a:lnTo>
                      <a:pt x="241399" y="86876"/>
                    </a:lnTo>
                    <a:lnTo>
                      <a:pt x="241284" y="86557"/>
                    </a:lnTo>
                    <a:lnTo>
                      <a:pt x="241143" y="86246"/>
                    </a:lnTo>
                    <a:lnTo>
                      <a:pt x="240977" y="85944"/>
                    </a:lnTo>
                    <a:lnTo>
                      <a:pt x="240785" y="85654"/>
                    </a:lnTo>
                    <a:lnTo>
                      <a:pt x="240568" y="85376"/>
                    </a:lnTo>
                    <a:lnTo>
                      <a:pt x="240325" y="85113"/>
                    </a:lnTo>
                    <a:lnTo>
                      <a:pt x="240062" y="84870"/>
                    </a:lnTo>
                    <a:lnTo>
                      <a:pt x="239784" y="84652"/>
                    </a:lnTo>
                    <a:lnTo>
                      <a:pt x="239493" y="84461"/>
                    </a:lnTo>
                    <a:lnTo>
                      <a:pt x="239192" y="84294"/>
                    </a:lnTo>
                    <a:lnTo>
                      <a:pt x="238881" y="84154"/>
                    </a:lnTo>
                    <a:lnTo>
                      <a:pt x="238561" y="84039"/>
                    </a:lnTo>
                    <a:lnTo>
                      <a:pt x="238236" y="83949"/>
                    </a:lnTo>
                    <a:lnTo>
                      <a:pt x="237906" y="83885"/>
                    </a:lnTo>
                    <a:lnTo>
                      <a:pt x="237572" y="83847"/>
                    </a:lnTo>
                    <a:lnTo>
                      <a:pt x="237237" y="83834"/>
                    </a:lnTo>
                    <a:lnTo>
                      <a:pt x="236903" y="83847"/>
                    </a:lnTo>
                    <a:lnTo>
                      <a:pt x="236569" y="83885"/>
                    </a:lnTo>
                    <a:lnTo>
                      <a:pt x="236239" y="83949"/>
                    </a:lnTo>
                    <a:lnTo>
                      <a:pt x="235914" y="84039"/>
                    </a:lnTo>
                    <a:lnTo>
                      <a:pt x="235595" y="84154"/>
                    </a:lnTo>
                    <a:lnTo>
                      <a:pt x="235283" y="84294"/>
                    </a:lnTo>
                    <a:lnTo>
                      <a:pt x="234982" y="84461"/>
                    </a:lnTo>
                    <a:lnTo>
                      <a:pt x="234691" y="84652"/>
                    </a:lnTo>
                    <a:lnTo>
                      <a:pt x="234414" y="84870"/>
                    </a:lnTo>
                    <a:lnTo>
                      <a:pt x="234150" y="85113"/>
                    </a:lnTo>
                    <a:lnTo>
                      <a:pt x="227632" y="91631"/>
                    </a:lnTo>
                    <a:lnTo>
                      <a:pt x="227632" y="83542"/>
                    </a:lnTo>
                    <a:lnTo>
                      <a:pt x="227617" y="83184"/>
                    </a:lnTo>
                    <a:lnTo>
                      <a:pt x="227575" y="82834"/>
                    </a:lnTo>
                    <a:lnTo>
                      <a:pt x="227505" y="82493"/>
                    </a:lnTo>
                    <a:lnTo>
                      <a:pt x="227409" y="82162"/>
                    </a:lnTo>
                    <a:lnTo>
                      <a:pt x="227289" y="81843"/>
                    </a:lnTo>
                    <a:lnTo>
                      <a:pt x="227144" y="81536"/>
                    </a:lnTo>
                    <a:lnTo>
                      <a:pt x="226978" y="81242"/>
                    </a:lnTo>
                    <a:lnTo>
                      <a:pt x="226789" y="80963"/>
                    </a:lnTo>
                    <a:lnTo>
                      <a:pt x="226581" y="80701"/>
                    </a:lnTo>
                    <a:lnTo>
                      <a:pt x="226353" y="80455"/>
                    </a:lnTo>
                    <a:lnTo>
                      <a:pt x="226107" y="80227"/>
                    </a:lnTo>
                    <a:lnTo>
                      <a:pt x="225844" y="80018"/>
                    </a:lnTo>
                    <a:lnTo>
                      <a:pt x="225565" y="79830"/>
                    </a:lnTo>
                    <a:lnTo>
                      <a:pt x="225272" y="79663"/>
                    </a:lnTo>
                    <a:lnTo>
                      <a:pt x="224965" y="79519"/>
                    </a:lnTo>
                    <a:lnTo>
                      <a:pt x="224645" y="79398"/>
                    </a:lnTo>
                    <a:lnTo>
                      <a:pt x="224315" y="79303"/>
                    </a:lnTo>
                    <a:lnTo>
                      <a:pt x="223974" y="79233"/>
                    </a:lnTo>
                    <a:lnTo>
                      <a:pt x="223624" y="79190"/>
                    </a:lnTo>
                    <a:lnTo>
                      <a:pt x="223265" y="79176"/>
                    </a:lnTo>
                    <a:lnTo>
                      <a:pt x="222907" y="79190"/>
                    </a:lnTo>
                    <a:lnTo>
                      <a:pt x="222557" y="79233"/>
                    </a:lnTo>
                    <a:lnTo>
                      <a:pt x="222216" y="79303"/>
                    </a:lnTo>
                    <a:lnTo>
                      <a:pt x="221885" y="79398"/>
                    </a:lnTo>
                    <a:lnTo>
                      <a:pt x="221566" y="79519"/>
                    </a:lnTo>
                    <a:lnTo>
                      <a:pt x="221259" y="79663"/>
                    </a:lnTo>
                    <a:lnTo>
                      <a:pt x="220965" y="79830"/>
                    </a:lnTo>
                    <a:lnTo>
                      <a:pt x="220687" y="80018"/>
                    </a:lnTo>
                    <a:lnTo>
                      <a:pt x="220424" y="80227"/>
                    </a:lnTo>
                    <a:lnTo>
                      <a:pt x="220178" y="80455"/>
                    </a:lnTo>
                    <a:lnTo>
                      <a:pt x="219950" y="80701"/>
                    </a:lnTo>
                    <a:lnTo>
                      <a:pt x="219742" y="80963"/>
                    </a:lnTo>
                    <a:lnTo>
                      <a:pt x="219553" y="81242"/>
                    </a:lnTo>
                    <a:lnTo>
                      <a:pt x="219386" y="81536"/>
                    </a:lnTo>
                    <a:lnTo>
                      <a:pt x="219242" y="81843"/>
                    </a:lnTo>
                    <a:lnTo>
                      <a:pt x="219122" y="82162"/>
                    </a:lnTo>
                    <a:lnTo>
                      <a:pt x="219026" y="82493"/>
                    </a:lnTo>
                    <a:lnTo>
                      <a:pt x="218956" y="82834"/>
                    </a:lnTo>
                    <a:lnTo>
                      <a:pt x="218914" y="83184"/>
                    </a:lnTo>
                    <a:lnTo>
                      <a:pt x="218899" y="83542"/>
                    </a:lnTo>
                    <a:lnTo>
                      <a:pt x="218899" y="102173"/>
                    </a:lnTo>
                    <a:lnTo>
                      <a:pt x="218899" y="105603"/>
                    </a:lnTo>
                    <a:lnTo>
                      <a:pt x="212380" y="99084"/>
                    </a:lnTo>
                    <a:lnTo>
                      <a:pt x="212117" y="98841"/>
                    </a:lnTo>
                    <a:lnTo>
                      <a:pt x="211839" y="98623"/>
                    </a:lnTo>
                    <a:lnTo>
                      <a:pt x="211549" y="98432"/>
                    </a:lnTo>
                    <a:lnTo>
                      <a:pt x="211247" y="98265"/>
                    </a:lnTo>
                    <a:lnTo>
                      <a:pt x="210936" y="98125"/>
                    </a:lnTo>
                    <a:lnTo>
                      <a:pt x="210617" y="98010"/>
                    </a:lnTo>
                    <a:lnTo>
                      <a:pt x="210291" y="97920"/>
                    </a:lnTo>
                    <a:lnTo>
                      <a:pt x="209961" y="97856"/>
                    </a:lnTo>
                    <a:lnTo>
                      <a:pt x="209628" y="97818"/>
                    </a:lnTo>
                    <a:lnTo>
                      <a:pt x="209293" y="97805"/>
                    </a:lnTo>
                    <a:lnTo>
                      <a:pt x="208958" y="97818"/>
                    </a:lnTo>
                    <a:lnTo>
                      <a:pt x="208625" y="97856"/>
                    </a:lnTo>
                    <a:lnTo>
                      <a:pt x="208294" y="97920"/>
                    </a:lnTo>
                    <a:lnTo>
                      <a:pt x="207969" y="98010"/>
                    </a:lnTo>
                    <a:lnTo>
                      <a:pt x="207650" y="98125"/>
                    </a:lnTo>
                    <a:lnTo>
                      <a:pt x="207339" y="98265"/>
                    </a:lnTo>
                    <a:lnTo>
                      <a:pt x="207037" y="98432"/>
                    </a:lnTo>
                    <a:lnTo>
                      <a:pt x="206747" y="98623"/>
                    </a:lnTo>
                    <a:lnTo>
                      <a:pt x="206469" y="98841"/>
                    </a:lnTo>
                    <a:lnTo>
                      <a:pt x="206206" y="99084"/>
                    </a:lnTo>
                    <a:lnTo>
                      <a:pt x="205963" y="99347"/>
                    </a:lnTo>
                    <a:lnTo>
                      <a:pt x="205745" y="99625"/>
                    </a:lnTo>
                    <a:lnTo>
                      <a:pt x="205554" y="99916"/>
                    </a:lnTo>
                    <a:lnTo>
                      <a:pt x="205387" y="100217"/>
                    </a:lnTo>
                    <a:lnTo>
                      <a:pt x="205247" y="100528"/>
                    </a:lnTo>
                    <a:lnTo>
                      <a:pt x="205132" y="100847"/>
                    </a:lnTo>
                    <a:lnTo>
                      <a:pt x="205042" y="101173"/>
                    </a:lnTo>
                    <a:lnTo>
                      <a:pt x="204978" y="101503"/>
                    </a:lnTo>
                    <a:lnTo>
                      <a:pt x="204940" y="101836"/>
                    </a:lnTo>
                    <a:lnTo>
                      <a:pt x="204927" y="102171"/>
                    </a:lnTo>
                    <a:lnTo>
                      <a:pt x="204940" y="102506"/>
                    </a:lnTo>
                    <a:lnTo>
                      <a:pt x="204978" y="102840"/>
                    </a:lnTo>
                    <a:lnTo>
                      <a:pt x="205042" y="103170"/>
                    </a:lnTo>
                    <a:lnTo>
                      <a:pt x="205132" y="103495"/>
                    </a:lnTo>
                    <a:lnTo>
                      <a:pt x="205247" y="103814"/>
                    </a:lnTo>
                    <a:lnTo>
                      <a:pt x="205387" y="104125"/>
                    </a:lnTo>
                    <a:lnTo>
                      <a:pt x="205554" y="104427"/>
                    </a:lnTo>
                    <a:lnTo>
                      <a:pt x="205745" y="104717"/>
                    </a:lnTo>
                    <a:lnTo>
                      <a:pt x="205963" y="104995"/>
                    </a:lnTo>
                    <a:lnTo>
                      <a:pt x="206206" y="105258"/>
                    </a:lnTo>
                    <a:lnTo>
                      <a:pt x="218899" y="117952"/>
                    </a:lnTo>
                    <a:lnTo>
                      <a:pt x="218899" y="130069"/>
                    </a:lnTo>
                    <a:lnTo>
                      <a:pt x="216898" y="129682"/>
                    </a:lnTo>
                    <a:lnTo>
                      <a:pt x="214950" y="129156"/>
                    </a:lnTo>
                    <a:lnTo>
                      <a:pt x="213059" y="128498"/>
                    </a:lnTo>
                    <a:lnTo>
                      <a:pt x="211232" y="127711"/>
                    </a:lnTo>
                    <a:lnTo>
                      <a:pt x="209473" y="126802"/>
                    </a:lnTo>
                    <a:lnTo>
                      <a:pt x="207788" y="125777"/>
                    </a:lnTo>
                    <a:lnTo>
                      <a:pt x="206184" y="124639"/>
                    </a:lnTo>
                    <a:lnTo>
                      <a:pt x="204664" y="123396"/>
                    </a:lnTo>
                    <a:lnTo>
                      <a:pt x="203234" y="122052"/>
                    </a:lnTo>
                    <a:lnTo>
                      <a:pt x="201901" y="120612"/>
                    </a:lnTo>
                    <a:lnTo>
                      <a:pt x="200669" y="119083"/>
                    </a:lnTo>
                    <a:lnTo>
                      <a:pt x="199543" y="117470"/>
                    </a:lnTo>
                    <a:lnTo>
                      <a:pt x="198529" y="115777"/>
                    </a:lnTo>
                    <a:lnTo>
                      <a:pt x="197633" y="114011"/>
                    </a:lnTo>
                    <a:lnTo>
                      <a:pt x="196860" y="112177"/>
                    </a:lnTo>
                    <a:lnTo>
                      <a:pt x="196216" y="110279"/>
                    </a:lnTo>
                    <a:lnTo>
                      <a:pt x="195705" y="108325"/>
                    </a:lnTo>
                    <a:lnTo>
                      <a:pt x="195334" y="106319"/>
                    </a:lnTo>
                    <a:lnTo>
                      <a:pt x="195107" y="104266"/>
                    </a:lnTo>
                    <a:lnTo>
                      <a:pt x="195030" y="102172"/>
                    </a:lnTo>
                    <a:lnTo>
                      <a:pt x="195173" y="98388"/>
                    </a:lnTo>
                    <a:lnTo>
                      <a:pt x="195589" y="94329"/>
                    </a:lnTo>
                    <a:lnTo>
                      <a:pt x="196253" y="90029"/>
                    </a:lnTo>
                    <a:lnTo>
                      <a:pt x="197144" y="85524"/>
                    </a:lnTo>
                    <a:lnTo>
                      <a:pt x="198237" y="80850"/>
                    </a:lnTo>
                    <a:lnTo>
                      <a:pt x="199509" y="76042"/>
                    </a:lnTo>
                    <a:lnTo>
                      <a:pt x="200938" y="71135"/>
                    </a:lnTo>
                    <a:lnTo>
                      <a:pt x="202501" y="66165"/>
                    </a:lnTo>
                    <a:lnTo>
                      <a:pt x="204174" y="61168"/>
                    </a:lnTo>
                    <a:lnTo>
                      <a:pt x="205934" y="56179"/>
                    </a:lnTo>
                    <a:lnTo>
                      <a:pt x="207759" y="51233"/>
                    </a:lnTo>
                    <a:lnTo>
                      <a:pt x="209625" y="46365"/>
                    </a:lnTo>
                    <a:lnTo>
                      <a:pt x="211509" y="41612"/>
                    </a:lnTo>
                    <a:lnTo>
                      <a:pt x="213388" y="37009"/>
                    </a:lnTo>
                    <a:lnTo>
                      <a:pt x="215239" y="32591"/>
                    </a:lnTo>
                    <a:lnTo>
                      <a:pt x="217039" y="28394"/>
                    </a:lnTo>
                    <a:lnTo>
                      <a:pt x="218764" y="24453"/>
                    </a:lnTo>
                    <a:lnTo>
                      <a:pt x="220393" y="20803"/>
                    </a:lnTo>
                    <a:lnTo>
                      <a:pt x="221901" y="17481"/>
                    </a:lnTo>
                    <a:close/>
                    <a:moveTo>
                      <a:pt x="83252" y="64621"/>
                    </a:moveTo>
                    <a:lnTo>
                      <a:pt x="93149" y="64621"/>
                    </a:lnTo>
                    <a:lnTo>
                      <a:pt x="93149" y="74003"/>
                    </a:lnTo>
                    <a:lnTo>
                      <a:pt x="83252" y="79570"/>
                    </a:lnTo>
                    <a:close/>
                    <a:moveTo>
                      <a:pt x="134774" y="60607"/>
                    </a:moveTo>
                    <a:lnTo>
                      <a:pt x="187378" y="90196"/>
                    </a:lnTo>
                    <a:lnTo>
                      <a:pt x="187309" y="90628"/>
                    </a:lnTo>
                    <a:lnTo>
                      <a:pt x="187242" y="91056"/>
                    </a:lnTo>
                    <a:lnTo>
                      <a:pt x="187178" y="91481"/>
                    </a:lnTo>
                    <a:lnTo>
                      <a:pt x="187116" y="91904"/>
                    </a:lnTo>
                    <a:lnTo>
                      <a:pt x="187057" y="92324"/>
                    </a:lnTo>
                    <a:lnTo>
                      <a:pt x="186999" y="92741"/>
                    </a:lnTo>
                    <a:lnTo>
                      <a:pt x="186944" y="93155"/>
                    </a:lnTo>
                    <a:lnTo>
                      <a:pt x="186891" y="93566"/>
                    </a:lnTo>
                    <a:lnTo>
                      <a:pt x="186840" y="93974"/>
                    </a:lnTo>
                    <a:lnTo>
                      <a:pt x="186792" y="94380"/>
                    </a:lnTo>
                    <a:lnTo>
                      <a:pt x="186746" y="94782"/>
                    </a:lnTo>
                    <a:lnTo>
                      <a:pt x="186702" y="95182"/>
                    </a:lnTo>
                    <a:lnTo>
                      <a:pt x="186661" y="95579"/>
                    </a:lnTo>
                    <a:lnTo>
                      <a:pt x="186621" y="95973"/>
                    </a:lnTo>
                    <a:lnTo>
                      <a:pt x="186584" y="96364"/>
                    </a:lnTo>
                    <a:lnTo>
                      <a:pt x="186549" y="96752"/>
                    </a:lnTo>
                    <a:lnTo>
                      <a:pt x="186517" y="97137"/>
                    </a:lnTo>
                    <a:lnTo>
                      <a:pt x="186487" y="97520"/>
                    </a:lnTo>
                    <a:lnTo>
                      <a:pt x="186459" y="97899"/>
                    </a:lnTo>
                    <a:lnTo>
                      <a:pt x="186433" y="98276"/>
                    </a:lnTo>
                    <a:lnTo>
                      <a:pt x="136915" y="70422"/>
                    </a:lnTo>
                    <a:lnTo>
                      <a:pt x="136714" y="70316"/>
                    </a:lnTo>
                    <a:lnTo>
                      <a:pt x="136508" y="70220"/>
                    </a:lnTo>
                    <a:lnTo>
                      <a:pt x="136299" y="70136"/>
                    </a:lnTo>
                    <a:lnTo>
                      <a:pt x="136087" y="70063"/>
                    </a:lnTo>
                    <a:lnTo>
                      <a:pt x="135872" y="70002"/>
                    </a:lnTo>
                    <a:lnTo>
                      <a:pt x="135655" y="69951"/>
                    </a:lnTo>
                    <a:lnTo>
                      <a:pt x="135437" y="69912"/>
                    </a:lnTo>
                    <a:lnTo>
                      <a:pt x="135217" y="69884"/>
                    </a:lnTo>
                    <a:lnTo>
                      <a:pt x="134996" y="69867"/>
                    </a:lnTo>
                    <a:lnTo>
                      <a:pt x="134774" y="69861"/>
                    </a:lnTo>
                    <a:lnTo>
                      <a:pt x="134553" y="69867"/>
                    </a:lnTo>
                    <a:lnTo>
                      <a:pt x="134332" y="69884"/>
                    </a:lnTo>
                    <a:lnTo>
                      <a:pt x="134112" y="69912"/>
                    </a:lnTo>
                    <a:lnTo>
                      <a:pt x="133893" y="69951"/>
                    </a:lnTo>
                    <a:lnTo>
                      <a:pt x="133676" y="70002"/>
                    </a:lnTo>
                    <a:lnTo>
                      <a:pt x="133462" y="70063"/>
                    </a:lnTo>
                    <a:lnTo>
                      <a:pt x="133250" y="70136"/>
                    </a:lnTo>
                    <a:lnTo>
                      <a:pt x="133041" y="70220"/>
                    </a:lnTo>
                    <a:lnTo>
                      <a:pt x="132835" y="70316"/>
                    </a:lnTo>
                    <a:lnTo>
                      <a:pt x="132634" y="70422"/>
                    </a:lnTo>
                    <a:lnTo>
                      <a:pt x="73386" y="103749"/>
                    </a:lnTo>
                    <a:lnTo>
                      <a:pt x="73338" y="103396"/>
                    </a:lnTo>
                    <a:lnTo>
                      <a:pt x="73289" y="103038"/>
                    </a:lnTo>
                    <a:lnTo>
                      <a:pt x="73238" y="102676"/>
                    </a:lnTo>
                    <a:lnTo>
                      <a:pt x="73184" y="102309"/>
                    </a:lnTo>
                    <a:lnTo>
                      <a:pt x="73129" y="101937"/>
                    </a:lnTo>
                    <a:lnTo>
                      <a:pt x="73072" y="101561"/>
                    </a:lnTo>
                    <a:lnTo>
                      <a:pt x="73014" y="101180"/>
                    </a:lnTo>
                    <a:lnTo>
                      <a:pt x="72953" y="100795"/>
                    </a:lnTo>
                    <a:lnTo>
                      <a:pt x="72891" y="100406"/>
                    </a:lnTo>
                    <a:lnTo>
                      <a:pt x="72826" y="100013"/>
                    </a:lnTo>
                    <a:lnTo>
                      <a:pt x="72760" y="99615"/>
                    </a:lnTo>
                    <a:lnTo>
                      <a:pt x="72692" y="99214"/>
                    </a:lnTo>
                    <a:lnTo>
                      <a:pt x="72623" y="98808"/>
                    </a:lnTo>
                    <a:lnTo>
                      <a:pt x="72551" y="98399"/>
                    </a:lnTo>
                    <a:lnTo>
                      <a:pt x="72478" y="97986"/>
                    </a:lnTo>
                    <a:lnTo>
                      <a:pt x="72403" y="97570"/>
                    </a:lnTo>
                    <a:lnTo>
                      <a:pt x="72326" y="97150"/>
                    </a:lnTo>
                    <a:lnTo>
                      <a:pt x="72248" y="96727"/>
                    </a:lnTo>
                    <a:lnTo>
                      <a:pt x="72167" y="96300"/>
                    </a:lnTo>
                    <a:lnTo>
                      <a:pt x="72085" y="95870"/>
                    </a:lnTo>
                    <a:close/>
                    <a:moveTo>
                      <a:pt x="27362" y="110322"/>
                    </a:moveTo>
                    <a:lnTo>
                      <a:pt x="27380" y="109558"/>
                    </a:lnTo>
                    <a:lnTo>
                      <a:pt x="27433" y="108658"/>
                    </a:lnTo>
                    <a:lnTo>
                      <a:pt x="27520" y="107629"/>
                    </a:lnTo>
                    <a:lnTo>
                      <a:pt x="27642" y="106478"/>
                    </a:lnTo>
                    <a:lnTo>
                      <a:pt x="27797" y="105214"/>
                    </a:lnTo>
                    <a:lnTo>
                      <a:pt x="27987" y="103844"/>
                    </a:lnTo>
                    <a:lnTo>
                      <a:pt x="28210" y="102376"/>
                    </a:lnTo>
                    <a:lnTo>
                      <a:pt x="28465" y="100818"/>
                    </a:lnTo>
                    <a:lnTo>
                      <a:pt x="28754" y="99176"/>
                    </a:lnTo>
                    <a:lnTo>
                      <a:pt x="29074" y="97459"/>
                    </a:lnTo>
                    <a:lnTo>
                      <a:pt x="29427" y="95675"/>
                    </a:lnTo>
                    <a:lnTo>
                      <a:pt x="29811" y="93831"/>
                    </a:lnTo>
                    <a:lnTo>
                      <a:pt x="30227" y="91934"/>
                    </a:lnTo>
                    <a:lnTo>
                      <a:pt x="30673" y="89992"/>
                    </a:lnTo>
                    <a:lnTo>
                      <a:pt x="31151" y="88014"/>
                    </a:lnTo>
                    <a:lnTo>
                      <a:pt x="31658" y="86006"/>
                    </a:lnTo>
                    <a:lnTo>
                      <a:pt x="32196" y="83977"/>
                    </a:lnTo>
                    <a:lnTo>
                      <a:pt x="32763" y="81933"/>
                    </a:lnTo>
                    <a:lnTo>
                      <a:pt x="33359" y="79883"/>
                    </a:lnTo>
                    <a:lnTo>
                      <a:pt x="33984" y="77834"/>
                    </a:lnTo>
                    <a:lnTo>
                      <a:pt x="34845" y="75169"/>
                    </a:lnTo>
                    <a:lnTo>
                      <a:pt x="35693" y="72713"/>
                    </a:lnTo>
                    <a:lnTo>
                      <a:pt x="36526" y="70457"/>
                    </a:lnTo>
                    <a:lnTo>
                      <a:pt x="37342" y="68395"/>
                    </a:lnTo>
                    <a:lnTo>
                      <a:pt x="38138" y="66518"/>
                    </a:lnTo>
                    <a:lnTo>
                      <a:pt x="38913" y="64818"/>
                    </a:lnTo>
                    <a:lnTo>
                      <a:pt x="39664" y="63289"/>
                    </a:lnTo>
                    <a:lnTo>
                      <a:pt x="40389" y="61921"/>
                    </a:lnTo>
                    <a:lnTo>
                      <a:pt x="41086" y="60707"/>
                    </a:lnTo>
                    <a:lnTo>
                      <a:pt x="41752" y="59640"/>
                    </a:lnTo>
                    <a:lnTo>
                      <a:pt x="42387" y="58712"/>
                    </a:lnTo>
                    <a:lnTo>
                      <a:pt x="42987" y="57914"/>
                    </a:lnTo>
                    <a:lnTo>
                      <a:pt x="43550" y="57239"/>
                    </a:lnTo>
                    <a:lnTo>
                      <a:pt x="44074" y="56680"/>
                    </a:lnTo>
                    <a:lnTo>
                      <a:pt x="44557" y="56228"/>
                    </a:lnTo>
                    <a:lnTo>
                      <a:pt x="44997" y="55875"/>
                    </a:lnTo>
                    <a:lnTo>
                      <a:pt x="45392" y="55615"/>
                    </a:lnTo>
                    <a:lnTo>
                      <a:pt x="45740" y="55438"/>
                    </a:lnTo>
                    <a:lnTo>
                      <a:pt x="46037" y="55338"/>
                    </a:lnTo>
                    <a:lnTo>
                      <a:pt x="46283" y="55306"/>
                    </a:lnTo>
                    <a:lnTo>
                      <a:pt x="46529" y="55338"/>
                    </a:lnTo>
                    <a:lnTo>
                      <a:pt x="46827" y="55438"/>
                    </a:lnTo>
                    <a:lnTo>
                      <a:pt x="47174" y="55615"/>
                    </a:lnTo>
                    <a:lnTo>
                      <a:pt x="47569" y="55875"/>
                    </a:lnTo>
                    <a:lnTo>
                      <a:pt x="48009" y="56228"/>
                    </a:lnTo>
                    <a:lnTo>
                      <a:pt x="48492" y="56680"/>
                    </a:lnTo>
                    <a:lnTo>
                      <a:pt x="49017" y="57239"/>
                    </a:lnTo>
                    <a:lnTo>
                      <a:pt x="49580" y="57914"/>
                    </a:lnTo>
                    <a:lnTo>
                      <a:pt x="50180" y="58712"/>
                    </a:lnTo>
                    <a:lnTo>
                      <a:pt x="50814" y="59640"/>
                    </a:lnTo>
                    <a:lnTo>
                      <a:pt x="51481" y="60707"/>
                    </a:lnTo>
                    <a:lnTo>
                      <a:pt x="52178" y="61921"/>
                    </a:lnTo>
                    <a:lnTo>
                      <a:pt x="52903" y="63289"/>
                    </a:lnTo>
                    <a:lnTo>
                      <a:pt x="53654" y="64818"/>
                    </a:lnTo>
                    <a:lnTo>
                      <a:pt x="54429" y="66518"/>
                    </a:lnTo>
                    <a:lnTo>
                      <a:pt x="55225" y="68395"/>
                    </a:lnTo>
                    <a:lnTo>
                      <a:pt x="56040" y="70457"/>
                    </a:lnTo>
                    <a:lnTo>
                      <a:pt x="56873" y="72713"/>
                    </a:lnTo>
                    <a:lnTo>
                      <a:pt x="57721" y="75169"/>
                    </a:lnTo>
                    <a:lnTo>
                      <a:pt x="58582" y="77834"/>
                    </a:lnTo>
                    <a:lnTo>
                      <a:pt x="59208" y="79883"/>
                    </a:lnTo>
                    <a:lnTo>
                      <a:pt x="59804" y="81933"/>
                    </a:lnTo>
                    <a:lnTo>
                      <a:pt x="60371" y="83977"/>
                    </a:lnTo>
                    <a:lnTo>
                      <a:pt x="60908" y="86006"/>
                    </a:lnTo>
                    <a:lnTo>
                      <a:pt x="61416" y="88014"/>
                    </a:lnTo>
                    <a:lnTo>
                      <a:pt x="61893" y="89992"/>
                    </a:lnTo>
                    <a:lnTo>
                      <a:pt x="62340" y="91934"/>
                    </a:lnTo>
                    <a:lnTo>
                      <a:pt x="62755" y="93831"/>
                    </a:lnTo>
                    <a:lnTo>
                      <a:pt x="63139" y="95675"/>
                    </a:lnTo>
                    <a:lnTo>
                      <a:pt x="63492" y="97459"/>
                    </a:lnTo>
                    <a:lnTo>
                      <a:pt x="63813" y="99176"/>
                    </a:lnTo>
                    <a:lnTo>
                      <a:pt x="64101" y="100818"/>
                    </a:lnTo>
                    <a:lnTo>
                      <a:pt x="64357" y="102376"/>
                    </a:lnTo>
                    <a:lnTo>
                      <a:pt x="64580" y="103844"/>
                    </a:lnTo>
                    <a:lnTo>
                      <a:pt x="64769" y="105214"/>
                    </a:lnTo>
                    <a:lnTo>
                      <a:pt x="64925" y="106478"/>
                    </a:lnTo>
                    <a:lnTo>
                      <a:pt x="65046" y="107629"/>
                    </a:lnTo>
                    <a:lnTo>
                      <a:pt x="65134" y="108658"/>
                    </a:lnTo>
                    <a:lnTo>
                      <a:pt x="65186" y="109558"/>
                    </a:lnTo>
                    <a:lnTo>
                      <a:pt x="65204" y="110322"/>
                    </a:lnTo>
                    <a:lnTo>
                      <a:pt x="65158" y="111405"/>
                    </a:lnTo>
                    <a:lnTo>
                      <a:pt x="65022" y="112468"/>
                    </a:lnTo>
                    <a:lnTo>
                      <a:pt x="64798" y="113509"/>
                    </a:lnTo>
                    <a:lnTo>
                      <a:pt x="64490" y="114524"/>
                    </a:lnTo>
                    <a:lnTo>
                      <a:pt x="64102" y="115512"/>
                    </a:lnTo>
                    <a:lnTo>
                      <a:pt x="63635" y="116470"/>
                    </a:lnTo>
                    <a:lnTo>
                      <a:pt x="63094" y="117396"/>
                    </a:lnTo>
                    <a:lnTo>
                      <a:pt x="62481" y="118287"/>
                    </a:lnTo>
                    <a:lnTo>
                      <a:pt x="61799" y="119140"/>
                    </a:lnTo>
                    <a:lnTo>
                      <a:pt x="61052" y="119953"/>
                    </a:lnTo>
                    <a:lnTo>
                      <a:pt x="60242" y="120723"/>
                    </a:lnTo>
                    <a:lnTo>
                      <a:pt x="59373" y="121448"/>
                    </a:lnTo>
                    <a:lnTo>
                      <a:pt x="58447" y="122126"/>
                    </a:lnTo>
                    <a:lnTo>
                      <a:pt x="57469" y="122754"/>
                    </a:lnTo>
                    <a:lnTo>
                      <a:pt x="56440" y="123330"/>
                    </a:lnTo>
                    <a:lnTo>
                      <a:pt x="55363" y="123850"/>
                    </a:lnTo>
                    <a:lnTo>
                      <a:pt x="54243" y="124313"/>
                    </a:lnTo>
                    <a:lnTo>
                      <a:pt x="53082" y="124715"/>
                    </a:lnTo>
                    <a:lnTo>
                      <a:pt x="51883" y="125056"/>
                    </a:lnTo>
                    <a:lnTo>
                      <a:pt x="50650" y="125331"/>
                    </a:lnTo>
                    <a:lnTo>
                      <a:pt x="50650" y="111487"/>
                    </a:lnTo>
                    <a:lnTo>
                      <a:pt x="50635" y="111129"/>
                    </a:lnTo>
                    <a:lnTo>
                      <a:pt x="50592" y="110778"/>
                    </a:lnTo>
                    <a:lnTo>
                      <a:pt x="50523" y="110437"/>
                    </a:lnTo>
                    <a:lnTo>
                      <a:pt x="50427" y="110107"/>
                    </a:lnTo>
                    <a:lnTo>
                      <a:pt x="50306" y="109787"/>
                    </a:lnTo>
                    <a:lnTo>
                      <a:pt x="50162" y="109480"/>
                    </a:lnTo>
                    <a:lnTo>
                      <a:pt x="49995" y="109187"/>
                    </a:lnTo>
                    <a:lnTo>
                      <a:pt x="49807" y="108908"/>
                    </a:lnTo>
                    <a:lnTo>
                      <a:pt x="49599" y="108645"/>
                    </a:lnTo>
                    <a:lnTo>
                      <a:pt x="49371" y="108399"/>
                    </a:lnTo>
                    <a:lnTo>
                      <a:pt x="49125" y="108171"/>
                    </a:lnTo>
                    <a:lnTo>
                      <a:pt x="48862" y="107963"/>
                    </a:lnTo>
                    <a:lnTo>
                      <a:pt x="48583" y="107774"/>
                    </a:lnTo>
                    <a:lnTo>
                      <a:pt x="48290" y="107608"/>
                    </a:lnTo>
                    <a:lnTo>
                      <a:pt x="47983" y="107463"/>
                    </a:lnTo>
                    <a:lnTo>
                      <a:pt x="47663" y="107343"/>
                    </a:lnTo>
                    <a:lnTo>
                      <a:pt x="47333" y="107247"/>
                    </a:lnTo>
                    <a:lnTo>
                      <a:pt x="46991" y="107177"/>
                    </a:lnTo>
                    <a:lnTo>
                      <a:pt x="46641" y="107135"/>
                    </a:lnTo>
                    <a:lnTo>
                      <a:pt x="46283" y="107120"/>
                    </a:lnTo>
                    <a:lnTo>
                      <a:pt x="45925" y="107135"/>
                    </a:lnTo>
                    <a:lnTo>
                      <a:pt x="45575" y="107177"/>
                    </a:lnTo>
                    <a:lnTo>
                      <a:pt x="45234" y="107247"/>
                    </a:lnTo>
                    <a:lnTo>
                      <a:pt x="44903" y="107343"/>
                    </a:lnTo>
                    <a:lnTo>
                      <a:pt x="44584" y="107463"/>
                    </a:lnTo>
                    <a:lnTo>
                      <a:pt x="44277" y="107608"/>
                    </a:lnTo>
                    <a:lnTo>
                      <a:pt x="43983" y="107774"/>
                    </a:lnTo>
                    <a:lnTo>
                      <a:pt x="43705" y="107963"/>
                    </a:lnTo>
                    <a:lnTo>
                      <a:pt x="43442" y="108171"/>
                    </a:lnTo>
                    <a:lnTo>
                      <a:pt x="43196" y="108399"/>
                    </a:lnTo>
                    <a:lnTo>
                      <a:pt x="42968" y="108645"/>
                    </a:lnTo>
                    <a:lnTo>
                      <a:pt x="42759" y="108908"/>
                    </a:lnTo>
                    <a:lnTo>
                      <a:pt x="42571" y="109187"/>
                    </a:lnTo>
                    <a:lnTo>
                      <a:pt x="42404" y="109480"/>
                    </a:lnTo>
                    <a:lnTo>
                      <a:pt x="42260" y="109787"/>
                    </a:lnTo>
                    <a:lnTo>
                      <a:pt x="42140" y="110107"/>
                    </a:lnTo>
                    <a:lnTo>
                      <a:pt x="42044" y="110437"/>
                    </a:lnTo>
                    <a:lnTo>
                      <a:pt x="41974" y="110778"/>
                    </a:lnTo>
                    <a:lnTo>
                      <a:pt x="41931" y="111129"/>
                    </a:lnTo>
                    <a:lnTo>
                      <a:pt x="41917" y="111487"/>
                    </a:lnTo>
                    <a:lnTo>
                      <a:pt x="41917" y="125331"/>
                    </a:lnTo>
                    <a:lnTo>
                      <a:pt x="40683" y="125056"/>
                    </a:lnTo>
                    <a:lnTo>
                      <a:pt x="39484" y="124715"/>
                    </a:lnTo>
                    <a:lnTo>
                      <a:pt x="38323" y="124313"/>
                    </a:lnTo>
                    <a:lnTo>
                      <a:pt x="37203" y="123850"/>
                    </a:lnTo>
                    <a:lnTo>
                      <a:pt x="36127" y="123330"/>
                    </a:lnTo>
                    <a:lnTo>
                      <a:pt x="35098" y="122754"/>
                    </a:lnTo>
                    <a:lnTo>
                      <a:pt x="34119" y="122126"/>
                    </a:lnTo>
                    <a:lnTo>
                      <a:pt x="33194" y="121448"/>
                    </a:lnTo>
                    <a:lnTo>
                      <a:pt x="32324" y="120723"/>
                    </a:lnTo>
                    <a:lnTo>
                      <a:pt x="31514" y="119953"/>
                    </a:lnTo>
                    <a:lnTo>
                      <a:pt x="30767" y="119140"/>
                    </a:lnTo>
                    <a:lnTo>
                      <a:pt x="30085" y="118287"/>
                    </a:lnTo>
                    <a:lnTo>
                      <a:pt x="29472" y="117396"/>
                    </a:lnTo>
                    <a:lnTo>
                      <a:pt x="28931" y="116470"/>
                    </a:lnTo>
                    <a:lnTo>
                      <a:pt x="28465" y="115512"/>
                    </a:lnTo>
                    <a:lnTo>
                      <a:pt x="28076" y="114524"/>
                    </a:lnTo>
                    <a:lnTo>
                      <a:pt x="27768" y="113509"/>
                    </a:lnTo>
                    <a:lnTo>
                      <a:pt x="27545" y="112468"/>
                    </a:lnTo>
                    <a:lnTo>
                      <a:pt x="27409" y="111405"/>
                    </a:lnTo>
                    <a:close/>
                    <a:moveTo>
                      <a:pt x="50650" y="134179"/>
                    </a:moveTo>
                    <a:lnTo>
                      <a:pt x="51184" y="134100"/>
                    </a:lnTo>
                    <a:lnTo>
                      <a:pt x="51714" y="134012"/>
                    </a:lnTo>
                    <a:lnTo>
                      <a:pt x="52241" y="133915"/>
                    </a:lnTo>
                    <a:lnTo>
                      <a:pt x="52764" y="133810"/>
                    </a:lnTo>
                    <a:lnTo>
                      <a:pt x="53283" y="133696"/>
                    </a:lnTo>
                    <a:lnTo>
                      <a:pt x="53799" y="133573"/>
                    </a:lnTo>
                    <a:lnTo>
                      <a:pt x="54310" y="133442"/>
                    </a:lnTo>
                    <a:lnTo>
                      <a:pt x="54818" y="133303"/>
                    </a:lnTo>
                    <a:lnTo>
                      <a:pt x="55321" y="133155"/>
                    </a:lnTo>
                    <a:lnTo>
                      <a:pt x="55820" y="132999"/>
                    </a:lnTo>
                    <a:lnTo>
                      <a:pt x="56314" y="132836"/>
                    </a:lnTo>
                    <a:lnTo>
                      <a:pt x="56804" y="132664"/>
                    </a:lnTo>
                    <a:lnTo>
                      <a:pt x="57289" y="132484"/>
                    </a:lnTo>
                    <a:lnTo>
                      <a:pt x="57770" y="132297"/>
                    </a:lnTo>
                    <a:lnTo>
                      <a:pt x="58245" y="132102"/>
                    </a:lnTo>
                    <a:lnTo>
                      <a:pt x="58716" y="131899"/>
                    </a:lnTo>
                    <a:lnTo>
                      <a:pt x="59181" y="131688"/>
                    </a:lnTo>
                    <a:lnTo>
                      <a:pt x="59642" y="131470"/>
                    </a:lnTo>
                    <a:lnTo>
                      <a:pt x="60097" y="131245"/>
                    </a:lnTo>
                    <a:lnTo>
                      <a:pt x="60547" y="131013"/>
                    </a:lnTo>
                    <a:lnTo>
                      <a:pt x="60547" y="167667"/>
                    </a:lnTo>
                    <a:lnTo>
                      <a:pt x="50650" y="167667"/>
                    </a:lnTo>
                    <a:close/>
                  </a:path>
                </a:pathLst>
              </a:custGeom>
              <a:solidFill>
                <a:srgbClr val="AF9476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0" name="ph109"/>
              <p:cNvSpPr/>
              <p:nvPr/>
            </p:nvSpPr>
            <p:spPr>
              <a:xfrm>
                <a:off x="2583201" y="703978"/>
                <a:ext cx="27362" cy="41334"/>
              </a:xfrm>
              <a:custGeom>
                <a:avLst/>
                <a:gdLst/>
                <a:ahLst/>
                <a:cxnLst/>
                <a:rect l="0" t="0" r="0" b="0"/>
                <a:pathLst>
                  <a:path w="27362" h="41334">
                    <a:moveTo>
                      <a:pt x="22996" y="0"/>
                    </a:moveTo>
                    <a:lnTo>
                      <a:pt x="4366" y="0"/>
                    </a:lnTo>
                    <a:lnTo>
                      <a:pt x="4008" y="14"/>
                    </a:lnTo>
                    <a:lnTo>
                      <a:pt x="3658" y="57"/>
                    </a:lnTo>
                    <a:lnTo>
                      <a:pt x="3317" y="126"/>
                    </a:lnTo>
                    <a:lnTo>
                      <a:pt x="2986" y="222"/>
                    </a:lnTo>
                    <a:lnTo>
                      <a:pt x="2666" y="343"/>
                    </a:lnTo>
                    <a:lnTo>
                      <a:pt x="2359" y="487"/>
                    </a:lnTo>
                    <a:lnTo>
                      <a:pt x="2066" y="654"/>
                    </a:lnTo>
                    <a:lnTo>
                      <a:pt x="1787" y="842"/>
                    </a:lnTo>
                    <a:lnTo>
                      <a:pt x="1524" y="1051"/>
                    </a:lnTo>
                    <a:lnTo>
                      <a:pt x="1278" y="1278"/>
                    </a:lnTo>
                    <a:lnTo>
                      <a:pt x="1051" y="1524"/>
                    </a:lnTo>
                    <a:lnTo>
                      <a:pt x="842" y="1787"/>
                    </a:lnTo>
                    <a:lnTo>
                      <a:pt x="654" y="2066"/>
                    </a:lnTo>
                    <a:lnTo>
                      <a:pt x="487" y="2359"/>
                    </a:lnTo>
                    <a:lnTo>
                      <a:pt x="343" y="2666"/>
                    </a:lnTo>
                    <a:lnTo>
                      <a:pt x="222" y="2986"/>
                    </a:lnTo>
                    <a:lnTo>
                      <a:pt x="126" y="3317"/>
                    </a:lnTo>
                    <a:lnTo>
                      <a:pt x="57" y="3658"/>
                    </a:lnTo>
                    <a:lnTo>
                      <a:pt x="14" y="4008"/>
                    </a:lnTo>
                    <a:lnTo>
                      <a:pt x="0" y="4366"/>
                    </a:lnTo>
                    <a:lnTo>
                      <a:pt x="0" y="36968"/>
                    </a:lnTo>
                    <a:lnTo>
                      <a:pt x="14" y="37326"/>
                    </a:lnTo>
                    <a:lnTo>
                      <a:pt x="57" y="37676"/>
                    </a:lnTo>
                    <a:lnTo>
                      <a:pt x="126" y="38017"/>
                    </a:lnTo>
                    <a:lnTo>
                      <a:pt x="222" y="38348"/>
                    </a:lnTo>
                    <a:lnTo>
                      <a:pt x="343" y="38667"/>
                    </a:lnTo>
                    <a:lnTo>
                      <a:pt x="487" y="38974"/>
                    </a:lnTo>
                    <a:lnTo>
                      <a:pt x="654" y="39268"/>
                    </a:lnTo>
                    <a:lnTo>
                      <a:pt x="842" y="39546"/>
                    </a:lnTo>
                    <a:lnTo>
                      <a:pt x="1051" y="39809"/>
                    </a:lnTo>
                    <a:lnTo>
                      <a:pt x="1278" y="40055"/>
                    </a:lnTo>
                    <a:lnTo>
                      <a:pt x="1524" y="40283"/>
                    </a:lnTo>
                    <a:lnTo>
                      <a:pt x="1787" y="40492"/>
                    </a:lnTo>
                    <a:lnTo>
                      <a:pt x="2066" y="40680"/>
                    </a:lnTo>
                    <a:lnTo>
                      <a:pt x="2359" y="40847"/>
                    </a:lnTo>
                    <a:lnTo>
                      <a:pt x="2666" y="40991"/>
                    </a:lnTo>
                    <a:lnTo>
                      <a:pt x="2986" y="41112"/>
                    </a:lnTo>
                    <a:lnTo>
                      <a:pt x="3317" y="41207"/>
                    </a:lnTo>
                    <a:lnTo>
                      <a:pt x="3658" y="41277"/>
                    </a:lnTo>
                    <a:lnTo>
                      <a:pt x="4008" y="41320"/>
                    </a:lnTo>
                    <a:lnTo>
                      <a:pt x="4366" y="41334"/>
                    </a:lnTo>
                    <a:lnTo>
                      <a:pt x="22996" y="41334"/>
                    </a:lnTo>
                    <a:lnTo>
                      <a:pt x="23354" y="41320"/>
                    </a:lnTo>
                    <a:lnTo>
                      <a:pt x="23704" y="41277"/>
                    </a:lnTo>
                    <a:lnTo>
                      <a:pt x="24045" y="41207"/>
                    </a:lnTo>
                    <a:lnTo>
                      <a:pt x="24376" y="41112"/>
                    </a:lnTo>
                    <a:lnTo>
                      <a:pt x="24695" y="40991"/>
                    </a:lnTo>
                    <a:lnTo>
                      <a:pt x="25002" y="40847"/>
                    </a:lnTo>
                    <a:lnTo>
                      <a:pt x="25296" y="40680"/>
                    </a:lnTo>
                    <a:lnTo>
                      <a:pt x="25574" y="40492"/>
                    </a:lnTo>
                    <a:lnTo>
                      <a:pt x="25837" y="40283"/>
                    </a:lnTo>
                    <a:lnTo>
                      <a:pt x="26083" y="40055"/>
                    </a:lnTo>
                    <a:lnTo>
                      <a:pt x="26311" y="39809"/>
                    </a:lnTo>
                    <a:lnTo>
                      <a:pt x="26519" y="39546"/>
                    </a:lnTo>
                    <a:lnTo>
                      <a:pt x="26708" y="39268"/>
                    </a:lnTo>
                    <a:lnTo>
                      <a:pt x="26874" y="38974"/>
                    </a:lnTo>
                    <a:lnTo>
                      <a:pt x="27019" y="38667"/>
                    </a:lnTo>
                    <a:lnTo>
                      <a:pt x="27139" y="38348"/>
                    </a:lnTo>
                    <a:lnTo>
                      <a:pt x="27235" y="38017"/>
                    </a:lnTo>
                    <a:lnTo>
                      <a:pt x="27305" y="37676"/>
                    </a:lnTo>
                    <a:lnTo>
                      <a:pt x="27347" y="37326"/>
                    </a:lnTo>
                    <a:lnTo>
                      <a:pt x="27362" y="36968"/>
                    </a:lnTo>
                    <a:lnTo>
                      <a:pt x="27362" y="4366"/>
                    </a:lnTo>
                    <a:lnTo>
                      <a:pt x="27347" y="4008"/>
                    </a:lnTo>
                    <a:lnTo>
                      <a:pt x="27305" y="3658"/>
                    </a:lnTo>
                    <a:lnTo>
                      <a:pt x="27235" y="3317"/>
                    </a:lnTo>
                    <a:lnTo>
                      <a:pt x="27139" y="2986"/>
                    </a:lnTo>
                    <a:lnTo>
                      <a:pt x="27019" y="2666"/>
                    </a:lnTo>
                    <a:lnTo>
                      <a:pt x="26874" y="2359"/>
                    </a:lnTo>
                    <a:lnTo>
                      <a:pt x="26708" y="2066"/>
                    </a:lnTo>
                    <a:lnTo>
                      <a:pt x="26519" y="1787"/>
                    </a:lnTo>
                    <a:lnTo>
                      <a:pt x="26311" y="1524"/>
                    </a:lnTo>
                    <a:lnTo>
                      <a:pt x="26083" y="1278"/>
                    </a:lnTo>
                    <a:lnTo>
                      <a:pt x="25837" y="1051"/>
                    </a:lnTo>
                    <a:lnTo>
                      <a:pt x="25574" y="842"/>
                    </a:lnTo>
                    <a:lnTo>
                      <a:pt x="25296" y="654"/>
                    </a:lnTo>
                    <a:lnTo>
                      <a:pt x="25002" y="487"/>
                    </a:lnTo>
                    <a:lnTo>
                      <a:pt x="24695" y="343"/>
                    </a:lnTo>
                    <a:lnTo>
                      <a:pt x="24376" y="222"/>
                    </a:lnTo>
                    <a:lnTo>
                      <a:pt x="24045" y="126"/>
                    </a:lnTo>
                    <a:lnTo>
                      <a:pt x="23704" y="57"/>
                    </a:lnTo>
                    <a:lnTo>
                      <a:pt x="23354" y="14"/>
                    </a:lnTo>
                    <a:close/>
                    <a:moveTo>
                      <a:pt x="18629" y="8732"/>
                    </a:moveTo>
                    <a:lnTo>
                      <a:pt x="18629" y="13972"/>
                    </a:lnTo>
                    <a:lnTo>
                      <a:pt x="8732" y="13972"/>
                    </a:lnTo>
                    <a:lnTo>
                      <a:pt x="8732" y="8732"/>
                    </a:lnTo>
                    <a:close/>
                    <a:moveTo>
                      <a:pt x="8732" y="32601"/>
                    </a:moveTo>
                    <a:lnTo>
                      <a:pt x="8732" y="22704"/>
                    </a:lnTo>
                    <a:lnTo>
                      <a:pt x="18629" y="22704"/>
                    </a:lnTo>
                    <a:lnTo>
                      <a:pt x="18629" y="32601"/>
                    </a:lnTo>
                    <a:close/>
                  </a:path>
                </a:pathLst>
              </a:custGeom>
              <a:solidFill>
                <a:srgbClr val="AF9476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1" name="ph110"/>
              <p:cNvSpPr/>
              <p:nvPr/>
            </p:nvSpPr>
            <p:spPr>
              <a:xfrm>
                <a:off x="4583069" y="592199"/>
                <a:ext cx="330660" cy="176400"/>
              </a:xfrm>
              <a:custGeom>
                <a:avLst/>
                <a:gdLst/>
                <a:ahLst/>
                <a:cxnLst/>
                <a:rect l="0" t="0" r="0" b="0"/>
                <a:pathLst>
                  <a:path w="330660" h="176400">
                    <a:moveTo>
                      <a:pt x="325304" y="165687"/>
                    </a:moveTo>
                    <a:lnTo>
                      <a:pt x="319234" y="165687"/>
                    </a:lnTo>
                    <a:lnTo>
                      <a:pt x="319234" y="131050"/>
                    </a:lnTo>
                    <a:lnTo>
                      <a:pt x="319216" y="130610"/>
                    </a:lnTo>
                    <a:lnTo>
                      <a:pt x="319163" y="130181"/>
                    </a:lnTo>
                    <a:lnTo>
                      <a:pt x="319078" y="129763"/>
                    </a:lnTo>
                    <a:lnTo>
                      <a:pt x="318961" y="129357"/>
                    </a:lnTo>
                    <a:lnTo>
                      <a:pt x="318813" y="128965"/>
                    </a:lnTo>
                    <a:lnTo>
                      <a:pt x="318636" y="128588"/>
                    </a:lnTo>
                    <a:lnTo>
                      <a:pt x="318431" y="128228"/>
                    </a:lnTo>
                    <a:lnTo>
                      <a:pt x="318200" y="127886"/>
                    </a:lnTo>
                    <a:lnTo>
                      <a:pt x="317944" y="127564"/>
                    </a:lnTo>
                    <a:lnTo>
                      <a:pt x="317665" y="127262"/>
                    </a:lnTo>
                    <a:lnTo>
                      <a:pt x="317363" y="126983"/>
                    </a:lnTo>
                    <a:lnTo>
                      <a:pt x="317041" y="126727"/>
                    </a:lnTo>
                    <a:lnTo>
                      <a:pt x="316699" y="126496"/>
                    </a:lnTo>
                    <a:lnTo>
                      <a:pt x="316339" y="126291"/>
                    </a:lnTo>
                    <a:lnTo>
                      <a:pt x="315962" y="126114"/>
                    </a:lnTo>
                    <a:lnTo>
                      <a:pt x="315570" y="125967"/>
                    </a:lnTo>
                    <a:lnTo>
                      <a:pt x="315165" y="125849"/>
                    </a:lnTo>
                    <a:lnTo>
                      <a:pt x="314746" y="125764"/>
                    </a:lnTo>
                    <a:lnTo>
                      <a:pt x="314317" y="125711"/>
                    </a:lnTo>
                    <a:lnTo>
                      <a:pt x="313877" y="125693"/>
                    </a:lnTo>
                    <a:lnTo>
                      <a:pt x="296380" y="125693"/>
                    </a:lnTo>
                    <a:lnTo>
                      <a:pt x="296380" y="102483"/>
                    </a:lnTo>
                    <a:lnTo>
                      <a:pt x="296368" y="102117"/>
                    </a:lnTo>
                    <a:lnTo>
                      <a:pt x="296331" y="101756"/>
                    </a:lnTo>
                    <a:lnTo>
                      <a:pt x="296270" y="101402"/>
                    </a:lnTo>
                    <a:lnTo>
                      <a:pt x="296187" y="101056"/>
                    </a:lnTo>
                    <a:lnTo>
                      <a:pt x="296081" y="100718"/>
                    </a:lnTo>
                    <a:lnTo>
                      <a:pt x="295954" y="100389"/>
                    </a:lnTo>
                    <a:lnTo>
                      <a:pt x="295807" y="100071"/>
                    </a:lnTo>
                    <a:lnTo>
                      <a:pt x="295639" y="99764"/>
                    </a:lnTo>
                    <a:lnTo>
                      <a:pt x="295452" y="99469"/>
                    </a:lnTo>
                    <a:lnTo>
                      <a:pt x="295246" y="99187"/>
                    </a:lnTo>
                    <a:lnTo>
                      <a:pt x="295022" y="98919"/>
                    </a:lnTo>
                    <a:lnTo>
                      <a:pt x="294781" y="98666"/>
                    </a:lnTo>
                    <a:lnTo>
                      <a:pt x="294524" y="98428"/>
                    </a:lnTo>
                    <a:lnTo>
                      <a:pt x="294251" y="98208"/>
                    </a:lnTo>
                    <a:lnTo>
                      <a:pt x="293963" y="98005"/>
                    </a:lnTo>
                    <a:lnTo>
                      <a:pt x="293661" y="97820"/>
                    </a:lnTo>
                    <a:lnTo>
                      <a:pt x="293345" y="97655"/>
                    </a:lnTo>
                    <a:lnTo>
                      <a:pt x="293016" y="97511"/>
                    </a:lnTo>
                    <a:lnTo>
                      <a:pt x="292675" y="97387"/>
                    </a:lnTo>
                    <a:lnTo>
                      <a:pt x="292323" y="97287"/>
                    </a:lnTo>
                    <a:lnTo>
                      <a:pt x="269469" y="91573"/>
                    </a:lnTo>
                    <a:lnTo>
                      <a:pt x="269229" y="91519"/>
                    </a:lnTo>
                    <a:lnTo>
                      <a:pt x="268987" y="91476"/>
                    </a:lnTo>
                    <a:lnTo>
                      <a:pt x="268745" y="91444"/>
                    </a:lnTo>
                    <a:lnTo>
                      <a:pt x="268502" y="91424"/>
                    </a:lnTo>
                    <a:lnTo>
                      <a:pt x="268260" y="91414"/>
                    </a:lnTo>
                    <a:lnTo>
                      <a:pt x="268018" y="91416"/>
                    </a:lnTo>
                    <a:lnTo>
                      <a:pt x="267776" y="91428"/>
                    </a:lnTo>
                    <a:lnTo>
                      <a:pt x="267536" y="91451"/>
                    </a:lnTo>
                    <a:lnTo>
                      <a:pt x="267297" y="91485"/>
                    </a:lnTo>
                    <a:lnTo>
                      <a:pt x="267060" y="91530"/>
                    </a:lnTo>
                    <a:lnTo>
                      <a:pt x="266825" y="91585"/>
                    </a:lnTo>
                    <a:lnTo>
                      <a:pt x="266593" y="91651"/>
                    </a:lnTo>
                    <a:lnTo>
                      <a:pt x="266364" y="91727"/>
                    </a:lnTo>
                    <a:lnTo>
                      <a:pt x="266138" y="91814"/>
                    </a:lnTo>
                    <a:lnTo>
                      <a:pt x="265916" y="91911"/>
                    </a:lnTo>
                    <a:lnTo>
                      <a:pt x="265698" y="92018"/>
                    </a:lnTo>
                    <a:lnTo>
                      <a:pt x="265484" y="92135"/>
                    </a:lnTo>
                    <a:lnTo>
                      <a:pt x="265275" y="92263"/>
                    </a:lnTo>
                    <a:lnTo>
                      <a:pt x="265072" y="92400"/>
                    </a:lnTo>
                    <a:lnTo>
                      <a:pt x="264874" y="92547"/>
                    </a:lnTo>
                    <a:lnTo>
                      <a:pt x="264683" y="92704"/>
                    </a:lnTo>
                    <a:lnTo>
                      <a:pt x="264500" y="92868"/>
                    </a:lnTo>
                    <a:lnTo>
                      <a:pt x="264326" y="93039"/>
                    </a:lnTo>
                    <a:lnTo>
                      <a:pt x="264160" y="93218"/>
                    </a:lnTo>
                    <a:lnTo>
                      <a:pt x="264003" y="93403"/>
                    </a:lnTo>
                    <a:lnTo>
                      <a:pt x="263855" y="93595"/>
                    </a:lnTo>
                    <a:lnTo>
                      <a:pt x="263717" y="93793"/>
                    </a:lnTo>
                    <a:lnTo>
                      <a:pt x="263587" y="93997"/>
                    </a:lnTo>
                    <a:lnTo>
                      <a:pt x="263467" y="94206"/>
                    </a:lnTo>
                    <a:lnTo>
                      <a:pt x="263356" y="94420"/>
                    </a:lnTo>
                    <a:lnTo>
                      <a:pt x="263255" y="94639"/>
                    </a:lnTo>
                    <a:lnTo>
                      <a:pt x="263164" y="94863"/>
                    </a:lnTo>
                    <a:lnTo>
                      <a:pt x="263083" y="95090"/>
                    </a:lnTo>
                    <a:lnTo>
                      <a:pt x="263013" y="95322"/>
                    </a:lnTo>
                    <a:lnTo>
                      <a:pt x="262953" y="95557"/>
                    </a:lnTo>
                    <a:lnTo>
                      <a:pt x="262903" y="95794"/>
                    </a:lnTo>
                    <a:lnTo>
                      <a:pt x="262864" y="96035"/>
                    </a:lnTo>
                    <a:lnTo>
                      <a:pt x="262836" y="96278"/>
                    </a:lnTo>
                    <a:lnTo>
                      <a:pt x="262819" y="96523"/>
                    </a:lnTo>
                    <a:lnTo>
                      <a:pt x="262813" y="96770"/>
                    </a:lnTo>
                    <a:lnTo>
                      <a:pt x="262813" y="114267"/>
                    </a:lnTo>
                    <a:lnTo>
                      <a:pt x="250672" y="114267"/>
                    </a:lnTo>
                    <a:lnTo>
                      <a:pt x="250672" y="108196"/>
                    </a:lnTo>
                    <a:lnTo>
                      <a:pt x="250655" y="107757"/>
                    </a:lnTo>
                    <a:lnTo>
                      <a:pt x="250602" y="107327"/>
                    </a:lnTo>
                    <a:lnTo>
                      <a:pt x="250517" y="106909"/>
                    </a:lnTo>
                    <a:lnTo>
                      <a:pt x="250399" y="106503"/>
                    </a:lnTo>
                    <a:lnTo>
                      <a:pt x="250252" y="106111"/>
                    </a:lnTo>
                    <a:lnTo>
                      <a:pt x="250075" y="105735"/>
                    </a:lnTo>
                    <a:lnTo>
                      <a:pt x="249870" y="105375"/>
                    </a:lnTo>
                    <a:lnTo>
                      <a:pt x="249639" y="105033"/>
                    </a:lnTo>
                    <a:lnTo>
                      <a:pt x="249383" y="104710"/>
                    </a:lnTo>
                    <a:lnTo>
                      <a:pt x="249104" y="104409"/>
                    </a:lnTo>
                    <a:lnTo>
                      <a:pt x="248802" y="104129"/>
                    </a:lnTo>
                    <a:lnTo>
                      <a:pt x="248480" y="103873"/>
                    </a:lnTo>
                    <a:lnTo>
                      <a:pt x="248138" y="103643"/>
                    </a:lnTo>
                    <a:lnTo>
                      <a:pt x="247778" y="103438"/>
                    </a:lnTo>
                    <a:lnTo>
                      <a:pt x="247401" y="103261"/>
                    </a:lnTo>
                    <a:lnTo>
                      <a:pt x="247009" y="103113"/>
                    </a:lnTo>
                    <a:lnTo>
                      <a:pt x="246604" y="102996"/>
                    </a:lnTo>
                    <a:lnTo>
                      <a:pt x="246185" y="102910"/>
                    </a:lnTo>
                    <a:lnTo>
                      <a:pt x="245756" y="102858"/>
                    </a:lnTo>
                    <a:lnTo>
                      <a:pt x="245316" y="102840"/>
                    </a:lnTo>
                    <a:lnTo>
                      <a:pt x="233533" y="102840"/>
                    </a:lnTo>
                    <a:lnTo>
                      <a:pt x="233533" y="85343"/>
                    </a:lnTo>
                    <a:lnTo>
                      <a:pt x="233515" y="84904"/>
                    </a:lnTo>
                    <a:lnTo>
                      <a:pt x="233463" y="84474"/>
                    </a:lnTo>
                    <a:lnTo>
                      <a:pt x="233377" y="84056"/>
                    </a:lnTo>
                    <a:lnTo>
                      <a:pt x="233260" y="83650"/>
                    </a:lnTo>
                    <a:lnTo>
                      <a:pt x="233112" y="83258"/>
                    </a:lnTo>
                    <a:lnTo>
                      <a:pt x="232935" y="82881"/>
                    </a:lnTo>
                    <a:lnTo>
                      <a:pt x="232731" y="82521"/>
                    </a:lnTo>
                    <a:lnTo>
                      <a:pt x="232500" y="82180"/>
                    </a:lnTo>
                    <a:lnTo>
                      <a:pt x="232244" y="81857"/>
                    </a:lnTo>
                    <a:lnTo>
                      <a:pt x="231965" y="81555"/>
                    </a:lnTo>
                    <a:lnTo>
                      <a:pt x="231663" y="81276"/>
                    </a:lnTo>
                    <a:lnTo>
                      <a:pt x="231340" y="81020"/>
                    </a:lnTo>
                    <a:lnTo>
                      <a:pt x="230999" y="80789"/>
                    </a:lnTo>
                    <a:lnTo>
                      <a:pt x="230639" y="80584"/>
                    </a:lnTo>
                    <a:lnTo>
                      <a:pt x="230262" y="80407"/>
                    </a:lnTo>
                    <a:lnTo>
                      <a:pt x="229870" y="80260"/>
                    </a:lnTo>
                    <a:lnTo>
                      <a:pt x="229464" y="80142"/>
                    </a:lnTo>
                    <a:lnTo>
                      <a:pt x="229046" y="80057"/>
                    </a:lnTo>
                    <a:lnTo>
                      <a:pt x="228616" y="80004"/>
                    </a:lnTo>
                    <a:lnTo>
                      <a:pt x="228177" y="79987"/>
                    </a:lnTo>
                    <a:lnTo>
                      <a:pt x="199253" y="79987"/>
                    </a:lnTo>
                    <a:lnTo>
                      <a:pt x="199253" y="68203"/>
                    </a:lnTo>
                    <a:lnTo>
                      <a:pt x="199235" y="67763"/>
                    </a:lnTo>
                    <a:lnTo>
                      <a:pt x="199183" y="67334"/>
                    </a:lnTo>
                    <a:lnTo>
                      <a:pt x="199097" y="66916"/>
                    </a:lnTo>
                    <a:lnTo>
                      <a:pt x="198980" y="66510"/>
                    </a:lnTo>
                    <a:lnTo>
                      <a:pt x="198832" y="66118"/>
                    </a:lnTo>
                    <a:lnTo>
                      <a:pt x="198655" y="65741"/>
                    </a:lnTo>
                    <a:lnTo>
                      <a:pt x="198451" y="65381"/>
                    </a:lnTo>
                    <a:lnTo>
                      <a:pt x="198220" y="65039"/>
                    </a:lnTo>
                    <a:lnTo>
                      <a:pt x="197964" y="64717"/>
                    </a:lnTo>
                    <a:lnTo>
                      <a:pt x="197684" y="64415"/>
                    </a:lnTo>
                    <a:lnTo>
                      <a:pt x="197383" y="64136"/>
                    </a:lnTo>
                    <a:lnTo>
                      <a:pt x="197060" y="63880"/>
                    </a:lnTo>
                    <a:lnTo>
                      <a:pt x="196718" y="63649"/>
                    </a:lnTo>
                    <a:lnTo>
                      <a:pt x="196358" y="63444"/>
                    </a:lnTo>
                    <a:lnTo>
                      <a:pt x="195982" y="63267"/>
                    </a:lnTo>
                    <a:lnTo>
                      <a:pt x="195590" y="63120"/>
                    </a:lnTo>
                    <a:lnTo>
                      <a:pt x="195184" y="63002"/>
                    </a:lnTo>
                    <a:lnTo>
                      <a:pt x="194766" y="62917"/>
                    </a:lnTo>
                    <a:lnTo>
                      <a:pt x="194336" y="62864"/>
                    </a:lnTo>
                    <a:lnTo>
                      <a:pt x="193897" y="62846"/>
                    </a:lnTo>
                    <a:lnTo>
                      <a:pt x="176400" y="62846"/>
                    </a:lnTo>
                    <a:lnTo>
                      <a:pt x="176400" y="39636"/>
                    </a:lnTo>
                    <a:lnTo>
                      <a:pt x="176394" y="39384"/>
                    </a:lnTo>
                    <a:lnTo>
                      <a:pt x="176376" y="39134"/>
                    </a:lnTo>
                    <a:lnTo>
                      <a:pt x="176347" y="38885"/>
                    </a:lnTo>
                    <a:lnTo>
                      <a:pt x="176306" y="38640"/>
                    </a:lnTo>
                    <a:lnTo>
                      <a:pt x="176254" y="38397"/>
                    </a:lnTo>
                    <a:lnTo>
                      <a:pt x="176192" y="38158"/>
                    </a:lnTo>
                    <a:lnTo>
                      <a:pt x="176118" y="37922"/>
                    </a:lnTo>
                    <a:lnTo>
                      <a:pt x="176034" y="37691"/>
                    </a:lnTo>
                    <a:lnTo>
                      <a:pt x="175939" y="37463"/>
                    </a:lnTo>
                    <a:lnTo>
                      <a:pt x="175834" y="37241"/>
                    </a:lnTo>
                    <a:lnTo>
                      <a:pt x="175719" y="37023"/>
                    </a:lnTo>
                    <a:lnTo>
                      <a:pt x="175594" y="36811"/>
                    </a:lnTo>
                    <a:lnTo>
                      <a:pt x="175459" y="36604"/>
                    </a:lnTo>
                    <a:lnTo>
                      <a:pt x="175315" y="36404"/>
                    </a:lnTo>
                    <a:lnTo>
                      <a:pt x="175161" y="36210"/>
                    </a:lnTo>
                    <a:lnTo>
                      <a:pt x="174998" y="36023"/>
                    </a:lnTo>
                    <a:lnTo>
                      <a:pt x="174826" y="35844"/>
                    </a:lnTo>
                    <a:lnTo>
                      <a:pt x="174645" y="35671"/>
                    </a:lnTo>
                    <a:lnTo>
                      <a:pt x="174455" y="35507"/>
                    </a:lnTo>
                    <a:lnTo>
                      <a:pt x="174257" y="35351"/>
                    </a:lnTo>
                    <a:lnTo>
                      <a:pt x="153546" y="19818"/>
                    </a:lnTo>
                    <a:lnTo>
                      <a:pt x="153546" y="5356"/>
                    </a:lnTo>
                    <a:lnTo>
                      <a:pt x="153528" y="4916"/>
                    </a:lnTo>
                    <a:lnTo>
                      <a:pt x="153476" y="4487"/>
                    </a:lnTo>
                    <a:lnTo>
                      <a:pt x="153390" y="4069"/>
                    </a:lnTo>
                    <a:lnTo>
                      <a:pt x="153273" y="3663"/>
                    </a:lnTo>
                    <a:lnTo>
                      <a:pt x="153125" y="3271"/>
                    </a:lnTo>
                    <a:lnTo>
                      <a:pt x="152948" y="2894"/>
                    </a:lnTo>
                    <a:lnTo>
                      <a:pt x="152744" y="2534"/>
                    </a:lnTo>
                    <a:lnTo>
                      <a:pt x="152513" y="2192"/>
                    </a:lnTo>
                    <a:lnTo>
                      <a:pt x="152257" y="1870"/>
                    </a:lnTo>
                    <a:lnTo>
                      <a:pt x="151977" y="1568"/>
                    </a:lnTo>
                    <a:lnTo>
                      <a:pt x="151676" y="1289"/>
                    </a:lnTo>
                    <a:lnTo>
                      <a:pt x="151353" y="1033"/>
                    </a:lnTo>
                    <a:lnTo>
                      <a:pt x="151012" y="802"/>
                    </a:lnTo>
                    <a:lnTo>
                      <a:pt x="150652" y="597"/>
                    </a:lnTo>
                    <a:lnTo>
                      <a:pt x="150275" y="420"/>
                    </a:lnTo>
                    <a:lnTo>
                      <a:pt x="149883" y="273"/>
                    </a:lnTo>
                    <a:lnTo>
                      <a:pt x="149477" y="155"/>
                    </a:lnTo>
                    <a:lnTo>
                      <a:pt x="149059" y="70"/>
                    </a:lnTo>
                    <a:lnTo>
                      <a:pt x="148629" y="17"/>
                    </a:lnTo>
                    <a:lnTo>
                      <a:pt x="148190" y="0"/>
                    </a:lnTo>
                    <a:lnTo>
                      <a:pt x="147750" y="17"/>
                    </a:lnTo>
                    <a:lnTo>
                      <a:pt x="147321" y="70"/>
                    </a:lnTo>
                    <a:lnTo>
                      <a:pt x="146902" y="155"/>
                    </a:lnTo>
                    <a:lnTo>
                      <a:pt x="146497" y="273"/>
                    </a:lnTo>
                    <a:lnTo>
                      <a:pt x="146105" y="420"/>
                    </a:lnTo>
                    <a:lnTo>
                      <a:pt x="145728" y="597"/>
                    </a:lnTo>
                    <a:lnTo>
                      <a:pt x="145368" y="802"/>
                    </a:lnTo>
                    <a:lnTo>
                      <a:pt x="145026" y="1033"/>
                    </a:lnTo>
                    <a:lnTo>
                      <a:pt x="144704" y="1289"/>
                    </a:lnTo>
                    <a:lnTo>
                      <a:pt x="144402" y="1568"/>
                    </a:lnTo>
                    <a:lnTo>
                      <a:pt x="144123" y="1870"/>
                    </a:lnTo>
                    <a:lnTo>
                      <a:pt x="143867" y="2192"/>
                    </a:lnTo>
                    <a:lnTo>
                      <a:pt x="143636" y="2534"/>
                    </a:lnTo>
                    <a:lnTo>
                      <a:pt x="143431" y="2894"/>
                    </a:lnTo>
                    <a:lnTo>
                      <a:pt x="143254" y="3271"/>
                    </a:lnTo>
                    <a:lnTo>
                      <a:pt x="143107" y="3663"/>
                    </a:lnTo>
                    <a:lnTo>
                      <a:pt x="142989" y="4069"/>
                    </a:lnTo>
                    <a:lnTo>
                      <a:pt x="142904" y="4487"/>
                    </a:lnTo>
                    <a:lnTo>
                      <a:pt x="142851" y="4916"/>
                    </a:lnTo>
                    <a:lnTo>
                      <a:pt x="142834" y="5356"/>
                    </a:lnTo>
                    <a:lnTo>
                      <a:pt x="142834" y="51420"/>
                    </a:lnTo>
                    <a:lnTo>
                      <a:pt x="130693" y="51420"/>
                    </a:lnTo>
                    <a:lnTo>
                      <a:pt x="130693" y="45349"/>
                    </a:lnTo>
                    <a:lnTo>
                      <a:pt x="130685" y="45072"/>
                    </a:lnTo>
                    <a:lnTo>
                      <a:pt x="130664" y="44797"/>
                    </a:lnTo>
                    <a:lnTo>
                      <a:pt x="130629" y="44525"/>
                    </a:lnTo>
                    <a:lnTo>
                      <a:pt x="130580" y="44256"/>
                    </a:lnTo>
                    <a:lnTo>
                      <a:pt x="130518" y="43992"/>
                    </a:lnTo>
                    <a:lnTo>
                      <a:pt x="130442" y="43731"/>
                    </a:lnTo>
                    <a:lnTo>
                      <a:pt x="130354" y="43475"/>
                    </a:lnTo>
                    <a:lnTo>
                      <a:pt x="130253" y="43225"/>
                    </a:lnTo>
                    <a:lnTo>
                      <a:pt x="130140" y="42980"/>
                    </a:lnTo>
                    <a:lnTo>
                      <a:pt x="130015" y="42741"/>
                    </a:lnTo>
                    <a:lnTo>
                      <a:pt x="129877" y="42509"/>
                    </a:lnTo>
                    <a:lnTo>
                      <a:pt x="129729" y="42284"/>
                    </a:lnTo>
                    <a:lnTo>
                      <a:pt x="129569" y="42066"/>
                    </a:lnTo>
                    <a:lnTo>
                      <a:pt x="129397" y="41857"/>
                    </a:lnTo>
                    <a:lnTo>
                      <a:pt x="129215" y="41656"/>
                    </a:lnTo>
                    <a:lnTo>
                      <a:pt x="129023" y="41463"/>
                    </a:lnTo>
                    <a:lnTo>
                      <a:pt x="128820" y="41281"/>
                    </a:lnTo>
                    <a:lnTo>
                      <a:pt x="128607" y="41108"/>
                    </a:lnTo>
                    <a:lnTo>
                      <a:pt x="128384" y="40945"/>
                    </a:lnTo>
                    <a:lnTo>
                      <a:pt x="128152" y="40793"/>
                    </a:lnTo>
                    <a:lnTo>
                      <a:pt x="127912" y="40653"/>
                    </a:lnTo>
                    <a:lnTo>
                      <a:pt x="127667" y="40527"/>
                    </a:lnTo>
                    <a:lnTo>
                      <a:pt x="127417" y="40413"/>
                    </a:lnTo>
                    <a:lnTo>
                      <a:pt x="127162" y="40314"/>
                    </a:lnTo>
                    <a:lnTo>
                      <a:pt x="126904" y="40227"/>
                    </a:lnTo>
                    <a:lnTo>
                      <a:pt x="126643" y="40154"/>
                    </a:lnTo>
                    <a:lnTo>
                      <a:pt x="126379" y="40095"/>
                    </a:lnTo>
                    <a:lnTo>
                      <a:pt x="126113" y="40049"/>
                    </a:lnTo>
                    <a:lnTo>
                      <a:pt x="125845" y="40017"/>
                    </a:lnTo>
                    <a:lnTo>
                      <a:pt x="125576" y="39998"/>
                    </a:lnTo>
                    <a:lnTo>
                      <a:pt x="125306" y="39993"/>
                    </a:lnTo>
                    <a:lnTo>
                      <a:pt x="125037" y="40001"/>
                    </a:lnTo>
                    <a:lnTo>
                      <a:pt x="124767" y="40023"/>
                    </a:lnTo>
                    <a:lnTo>
                      <a:pt x="124499" y="40058"/>
                    </a:lnTo>
                    <a:lnTo>
                      <a:pt x="124233" y="40107"/>
                    </a:lnTo>
                    <a:lnTo>
                      <a:pt x="123968" y="40170"/>
                    </a:lnTo>
                    <a:lnTo>
                      <a:pt x="123706" y="40247"/>
                    </a:lnTo>
                    <a:lnTo>
                      <a:pt x="123447" y="40337"/>
                    </a:lnTo>
                    <a:lnTo>
                      <a:pt x="123192" y="40441"/>
                    </a:lnTo>
                    <a:lnTo>
                      <a:pt x="122940" y="40559"/>
                    </a:lnTo>
                    <a:lnTo>
                      <a:pt x="100087" y="51985"/>
                    </a:lnTo>
                    <a:lnTo>
                      <a:pt x="99820" y="52128"/>
                    </a:lnTo>
                    <a:lnTo>
                      <a:pt x="99563" y="52285"/>
                    </a:lnTo>
                    <a:lnTo>
                      <a:pt x="99317" y="52455"/>
                    </a:lnTo>
                    <a:lnTo>
                      <a:pt x="99082" y="52637"/>
                    </a:lnTo>
                    <a:lnTo>
                      <a:pt x="98859" y="52831"/>
                    </a:lnTo>
                    <a:lnTo>
                      <a:pt x="98647" y="53037"/>
                    </a:lnTo>
                    <a:lnTo>
                      <a:pt x="98448" y="53253"/>
                    </a:lnTo>
                    <a:lnTo>
                      <a:pt x="98261" y="53479"/>
                    </a:lnTo>
                    <a:lnTo>
                      <a:pt x="98087" y="53715"/>
                    </a:lnTo>
                    <a:lnTo>
                      <a:pt x="97926" y="53960"/>
                    </a:lnTo>
                    <a:lnTo>
                      <a:pt x="97779" y="54213"/>
                    </a:lnTo>
                    <a:lnTo>
                      <a:pt x="97646" y="54474"/>
                    </a:lnTo>
                    <a:lnTo>
                      <a:pt x="97527" y="54743"/>
                    </a:lnTo>
                    <a:lnTo>
                      <a:pt x="97423" y="55018"/>
                    </a:lnTo>
                    <a:lnTo>
                      <a:pt x="97333" y="55299"/>
                    </a:lnTo>
                    <a:lnTo>
                      <a:pt x="97260" y="55586"/>
                    </a:lnTo>
                    <a:lnTo>
                      <a:pt x="97202" y="55877"/>
                    </a:lnTo>
                    <a:lnTo>
                      <a:pt x="97160" y="56173"/>
                    </a:lnTo>
                    <a:lnTo>
                      <a:pt x="97134" y="56473"/>
                    </a:lnTo>
                    <a:lnTo>
                      <a:pt x="97126" y="56776"/>
                    </a:lnTo>
                    <a:lnTo>
                      <a:pt x="97126" y="85700"/>
                    </a:lnTo>
                    <a:lnTo>
                      <a:pt x="73915" y="85700"/>
                    </a:lnTo>
                    <a:lnTo>
                      <a:pt x="73476" y="85718"/>
                    </a:lnTo>
                    <a:lnTo>
                      <a:pt x="73046" y="85770"/>
                    </a:lnTo>
                    <a:lnTo>
                      <a:pt x="72628" y="85856"/>
                    </a:lnTo>
                    <a:lnTo>
                      <a:pt x="72222" y="85973"/>
                    </a:lnTo>
                    <a:lnTo>
                      <a:pt x="71830" y="86121"/>
                    </a:lnTo>
                    <a:lnTo>
                      <a:pt x="71454" y="86298"/>
                    </a:lnTo>
                    <a:lnTo>
                      <a:pt x="71094" y="86502"/>
                    </a:lnTo>
                    <a:lnTo>
                      <a:pt x="70752" y="86733"/>
                    </a:lnTo>
                    <a:lnTo>
                      <a:pt x="70429" y="86989"/>
                    </a:lnTo>
                    <a:lnTo>
                      <a:pt x="70128" y="87269"/>
                    </a:lnTo>
                    <a:lnTo>
                      <a:pt x="69848" y="87570"/>
                    </a:lnTo>
                    <a:lnTo>
                      <a:pt x="69592" y="87893"/>
                    </a:lnTo>
                    <a:lnTo>
                      <a:pt x="69361" y="88235"/>
                    </a:lnTo>
                    <a:lnTo>
                      <a:pt x="69157" y="88595"/>
                    </a:lnTo>
                    <a:lnTo>
                      <a:pt x="68980" y="88971"/>
                    </a:lnTo>
                    <a:lnTo>
                      <a:pt x="68832" y="89363"/>
                    </a:lnTo>
                    <a:lnTo>
                      <a:pt x="68715" y="89769"/>
                    </a:lnTo>
                    <a:lnTo>
                      <a:pt x="68629" y="90187"/>
                    </a:lnTo>
                    <a:lnTo>
                      <a:pt x="68577" y="90617"/>
                    </a:lnTo>
                    <a:lnTo>
                      <a:pt x="68559" y="91056"/>
                    </a:lnTo>
                    <a:lnTo>
                      <a:pt x="68559" y="125693"/>
                    </a:lnTo>
                    <a:lnTo>
                      <a:pt x="56419" y="125693"/>
                    </a:lnTo>
                    <a:lnTo>
                      <a:pt x="56419" y="108196"/>
                    </a:lnTo>
                    <a:lnTo>
                      <a:pt x="56414" y="107961"/>
                    </a:lnTo>
                    <a:lnTo>
                      <a:pt x="56398" y="107727"/>
                    </a:lnTo>
                    <a:lnTo>
                      <a:pt x="56373" y="107494"/>
                    </a:lnTo>
                    <a:lnTo>
                      <a:pt x="56337" y="107264"/>
                    </a:lnTo>
                    <a:lnTo>
                      <a:pt x="56292" y="107036"/>
                    </a:lnTo>
                    <a:lnTo>
                      <a:pt x="56237" y="106811"/>
                    </a:lnTo>
                    <a:lnTo>
                      <a:pt x="56172" y="106589"/>
                    </a:lnTo>
                    <a:lnTo>
                      <a:pt x="56098" y="106370"/>
                    </a:lnTo>
                    <a:lnTo>
                      <a:pt x="56015" y="106155"/>
                    </a:lnTo>
                    <a:lnTo>
                      <a:pt x="55922" y="105944"/>
                    </a:lnTo>
                    <a:lnTo>
                      <a:pt x="55821" y="105737"/>
                    </a:lnTo>
                    <a:lnTo>
                      <a:pt x="55711" y="105534"/>
                    </a:lnTo>
                    <a:lnTo>
                      <a:pt x="55591" y="105336"/>
                    </a:lnTo>
                    <a:lnTo>
                      <a:pt x="55464" y="105143"/>
                    </a:lnTo>
                    <a:lnTo>
                      <a:pt x="55328" y="104956"/>
                    </a:lnTo>
                    <a:lnTo>
                      <a:pt x="55183" y="104774"/>
                    </a:lnTo>
                    <a:lnTo>
                      <a:pt x="55031" y="104598"/>
                    </a:lnTo>
                    <a:lnTo>
                      <a:pt x="54870" y="104428"/>
                    </a:lnTo>
                    <a:lnTo>
                      <a:pt x="54701" y="104265"/>
                    </a:lnTo>
                    <a:lnTo>
                      <a:pt x="54525" y="104109"/>
                    </a:lnTo>
                    <a:lnTo>
                      <a:pt x="54342" y="103961"/>
                    </a:lnTo>
                    <a:lnTo>
                      <a:pt x="54153" y="103821"/>
                    </a:lnTo>
                    <a:lnTo>
                      <a:pt x="53960" y="103691"/>
                    </a:lnTo>
                    <a:lnTo>
                      <a:pt x="53761" y="103569"/>
                    </a:lnTo>
                    <a:lnTo>
                      <a:pt x="53558" y="103456"/>
                    </a:lnTo>
                    <a:lnTo>
                      <a:pt x="53351" y="103353"/>
                    </a:lnTo>
                    <a:lnTo>
                      <a:pt x="53140" y="103258"/>
                    </a:lnTo>
                    <a:lnTo>
                      <a:pt x="52926" y="103173"/>
                    </a:lnTo>
                    <a:lnTo>
                      <a:pt x="52708" y="103098"/>
                    </a:lnTo>
                    <a:lnTo>
                      <a:pt x="52487" y="103032"/>
                    </a:lnTo>
                    <a:lnTo>
                      <a:pt x="52263" y="102975"/>
                    </a:lnTo>
                    <a:lnTo>
                      <a:pt x="52037" y="102929"/>
                    </a:lnTo>
                    <a:lnTo>
                      <a:pt x="51809" y="102891"/>
                    </a:lnTo>
                    <a:lnTo>
                      <a:pt x="51579" y="102864"/>
                    </a:lnTo>
                    <a:lnTo>
                      <a:pt x="51348" y="102847"/>
                    </a:lnTo>
                    <a:lnTo>
                      <a:pt x="51116" y="102840"/>
                    </a:lnTo>
                    <a:lnTo>
                      <a:pt x="50883" y="102843"/>
                    </a:lnTo>
                    <a:lnTo>
                      <a:pt x="50649" y="102856"/>
                    </a:lnTo>
                    <a:lnTo>
                      <a:pt x="50416" y="102879"/>
                    </a:lnTo>
                    <a:lnTo>
                      <a:pt x="50182" y="102913"/>
                    </a:lnTo>
                    <a:lnTo>
                      <a:pt x="15902" y="108626"/>
                    </a:lnTo>
                    <a:lnTo>
                      <a:pt x="15520" y="108704"/>
                    </a:lnTo>
                    <a:lnTo>
                      <a:pt x="15149" y="108808"/>
                    </a:lnTo>
                    <a:lnTo>
                      <a:pt x="14790" y="108937"/>
                    </a:lnTo>
                    <a:lnTo>
                      <a:pt x="14445" y="109090"/>
                    </a:lnTo>
                    <a:lnTo>
                      <a:pt x="14113" y="109265"/>
                    </a:lnTo>
                    <a:lnTo>
                      <a:pt x="13796" y="109462"/>
                    </a:lnTo>
                    <a:lnTo>
                      <a:pt x="13495" y="109680"/>
                    </a:lnTo>
                    <a:lnTo>
                      <a:pt x="13211" y="109918"/>
                    </a:lnTo>
                    <a:lnTo>
                      <a:pt x="12944" y="110174"/>
                    </a:lnTo>
                    <a:lnTo>
                      <a:pt x="12695" y="110447"/>
                    </a:lnTo>
                    <a:lnTo>
                      <a:pt x="12466" y="110737"/>
                    </a:lnTo>
                    <a:lnTo>
                      <a:pt x="12258" y="111043"/>
                    </a:lnTo>
                    <a:lnTo>
                      <a:pt x="12070" y="111362"/>
                    </a:lnTo>
                    <a:lnTo>
                      <a:pt x="11905" y="111695"/>
                    </a:lnTo>
                    <a:lnTo>
                      <a:pt x="11762" y="112040"/>
                    </a:lnTo>
                    <a:lnTo>
                      <a:pt x="11644" y="112396"/>
                    </a:lnTo>
                    <a:lnTo>
                      <a:pt x="11550" y="112762"/>
                    </a:lnTo>
                    <a:lnTo>
                      <a:pt x="11482" y="113137"/>
                    </a:lnTo>
                    <a:lnTo>
                      <a:pt x="11440" y="113520"/>
                    </a:lnTo>
                    <a:lnTo>
                      <a:pt x="11426" y="113910"/>
                    </a:lnTo>
                    <a:lnTo>
                      <a:pt x="11426" y="165687"/>
                    </a:lnTo>
                    <a:lnTo>
                      <a:pt x="5356" y="165687"/>
                    </a:lnTo>
                    <a:lnTo>
                      <a:pt x="4916" y="165705"/>
                    </a:lnTo>
                    <a:lnTo>
                      <a:pt x="4487" y="165757"/>
                    </a:lnTo>
                    <a:lnTo>
                      <a:pt x="4068" y="165843"/>
                    </a:lnTo>
                    <a:lnTo>
                      <a:pt x="3663" y="165960"/>
                    </a:lnTo>
                    <a:lnTo>
                      <a:pt x="3271" y="166108"/>
                    </a:lnTo>
                    <a:lnTo>
                      <a:pt x="2894" y="166285"/>
                    </a:lnTo>
                    <a:lnTo>
                      <a:pt x="2534" y="166489"/>
                    </a:lnTo>
                    <a:lnTo>
                      <a:pt x="2192" y="166720"/>
                    </a:lnTo>
                    <a:lnTo>
                      <a:pt x="1870" y="166976"/>
                    </a:lnTo>
                    <a:lnTo>
                      <a:pt x="1568" y="167256"/>
                    </a:lnTo>
                    <a:lnTo>
                      <a:pt x="1289" y="167557"/>
                    </a:lnTo>
                    <a:lnTo>
                      <a:pt x="1033" y="167880"/>
                    </a:lnTo>
                    <a:lnTo>
                      <a:pt x="802" y="168222"/>
                    </a:lnTo>
                    <a:lnTo>
                      <a:pt x="597" y="168582"/>
                    </a:lnTo>
                    <a:lnTo>
                      <a:pt x="420" y="168958"/>
                    </a:lnTo>
                    <a:lnTo>
                      <a:pt x="273" y="169350"/>
                    </a:lnTo>
                    <a:lnTo>
                      <a:pt x="155" y="169756"/>
                    </a:lnTo>
                    <a:lnTo>
                      <a:pt x="70" y="170174"/>
                    </a:lnTo>
                    <a:lnTo>
                      <a:pt x="17" y="170604"/>
                    </a:lnTo>
                    <a:lnTo>
                      <a:pt x="0" y="171043"/>
                    </a:lnTo>
                    <a:lnTo>
                      <a:pt x="17" y="171483"/>
                    </a:lnTo>
                    <a:lnTo>
                      <a:pt x="70" y="171912"/>
                    </a:lnTo>
                    <a:lnTo>
                      <a:pt x="155" y="172330"/>
                    </a:lnTo>
                    <a:lnTo>
                      <a:pt x="273" y="172736"/>
                    </a:lnTo>
                    <a:lnTo>
                      <a:pt x="420" y="173128"/>
                    </a:lnTo>
                    <a:lnTo>
                      <a:pt x="597" y="173505"/>
                    </a:lnTo>
                    <a:lnTo>
                      <a:pt x="802" y="173865"/>
                    </a:lnTo>
                    <a:lnTo>
                      <a:pt x="1033" y="174207"/>
                    </a:lnTo>
                    <a:lnTo>
                      <a:pt x="1289" y="174529"/>
                    </a:lnTo>
                    <a:lnTo>
                      <a:pt x="1568" y="174831"/>
                    </a:lnTo>
                    <a:lnTo>
                      <a:pt x="1870" y="175110"/>
                    </a:lnTo>
                    <a:lnTo>
                      <a:pt x="2192" y="175366"/>
                    </a:lnTo>
                    <a:lnTo>
                      <a:pt x="2534" y="175597"/>
                    </a:lnTo>
                    <a:lnTo>
                      <a:pt x="2894" y="175802"/>
                    </a:lnTo>
                    <a:lnTo>
                      <a:pt x="3271" y="175979"/>
                    </a:lnTo>
                    <a:lnTo>
                      <a:pt x="3663" y="176126"/>
                    </a:lnTo>
                    <a:lnTo>
                      <a:pt x="4068" y="176244"/>
                    </a:lnTo>
                    <a:lnTo>
                      <a:pt x="4487" y="176329"/>
                    </a:lnTo>
                    <a:lnTo>
                      <a:pt x="4916" y="176382"/>
                    </a:lnTo>
                    <a:lnTo>
                      <a:pt x="5356" y="176400"/>
                    </a:lnTo>
                    <a:lnTo>
                      <a:pt x="325304" y="176400"/>
                    </a:lnTo>
                    <a:lnTo>
                      <a:pt x="325743" y="176382"/>
                    </a:lnTo>
                    <a:lnTo>
                      <a:pt x="326173" y="176329"/>
                    </a:lnTo>
                    <a:lnTo>
                      <a:pt x="326591" y="176244"/>
                    </a:lnTo>
                    <a:lnTo>
                      <a:pt x="326997" y="176126"/>
                    </a:lnTo>
                    <a:lnTo>
                      <a:pt x="327389" y="175979"/>
                    </a:lnTo>
                    <a:lnTo>
                      <a:pt x="327766" y="175802"/>
                    </a:lnTo>
                    <a:lnTo>
                      <a:pt x="328126" y="175597"/>
                    </a:lnTo>
                    <a:lnTo>
                      <a:pt x="328468" y="175366"/>
                    </a:lnTo>
                    <a:lnTo>
                      <a:pt x="328790" y="175110"/>
                    </a:lnTo>
                    <a:lnTo>
                      <a:pt x="329092" y="174831"/>
                    </a:lnTo>
                    <a:lnTo>
                      <a:pt x="329371" y="174529"/>
                    </a:lnTo>
                    <a:lnTo>
                      <a:pt x="329627" y="174207"/>
                    </a:lnTo>
                    <a:lnTo>
                      <a:pt x="329858" y="173865"/>
                    </a:lnTo>
                    <a:lnTo>
                      <a:pt x="330062" y="173505"/>
                    </a:lnTo>
                    <a:lnTo>
                      <a:pt x="330239" y="173128"/>
                    </a:lnTo>
                    <a:lnTo>
                      <a:pt x="330387" y="172736"/>
                    </a:lnTo>
                    <a:lnTo>
                      <a:pt x="330505" y="172330"/>
                    </a:lnTo>
                    <a:lnTo>
                      <a:pt x="330590" y="171912"/>
                    </a:lnTo>
                    <a:lnTo>
                      <a:pt x="330642" y="171483"/>
                    </a:lnTo>
                    <a:lnTo>
                      <a:pt x="330660" y="171043"/>
                    </a:lnTo>
                    <a:lnTo>
                      <a:pt x="330642" y="170604"/>
                    </a:lnTo>
                    <a:lnTo>
                      <a:pt x="330590" y="170174"/>
                    </a:lnTo>
                    <a:lnTo>
                      <a:pt x="330505" y="169756"/>
                    </a:lnTo>
                    <a:lnTo>
                      <a:pt x="330387" y="169350"/>
                    </a:lnTo>
                    <a:lnTo>
                      <a:pt x="330239" y="168958"/>
                    </a:lnTo>
                    <a:lnTo>
                      <a:pt x="330062" y="168582"/>
                    </a:lnTo>
                    <a:lnTo>
                      <a:pt x="329858" y="168222"/>
                    </a:lnTo>
                    <a:lnTo>
                      <a:pt x="329627" y="167880"/>
                    </a:lnTo>
                    <a:lnTo>
                      <a:pt x="329371" y="167557"/>
                    </a:lnTo>
                    <a:lnTo>
                      <a:pt x="329092" y="167256"/>
                    </a:lnTo>
                    <a:lnTo>
                      <a:pt x="328790" y="166976"/>
                    </a:lnTo>
                    <a:lnTo>
                      <a:pt x="328468" y="166720"/>
                    </a:lnTo>
                    <a:lnTo>
                      <a:pt x="328126" y="166489"/>
                    </a:lnTo>
                    <a:lnTo>
                      <a:pt x="327766" y="166285"/>
                    </a:lnTo>
                    <a:lnTo>
                      <a:pt x="327389" y="166108"/>
                    </a:lnTo>
                    <a:lnTo>
                      <a:pt x="326997" y="165960"/>
                    </a:lnTo>
                    <a:lnTo>
                      <a:pt x="326591" y="165843"/>
                    </a:lnTo>
                    <a:lnTo>
                      <a:pt x="326173" y="165757"/>
                    </a:lnTo>
                    <a:lnTo>
                      <a:pt x="325743" y="165705"/>
                    </a:lnTo>
                    <a:close/>
                    <a:moveTo>
                      <a:pt x="308521" y="136406"/>
                    </a:moveTo>
                    <a:lnTo>
                      <a:pt x="308521" y="165687"/>
                    </a:lnTo>
                    <a:lnTo>
                      <a:pt x="296380" y="165687"/>
                    </a:lnTo>
                    <a:lnTo>
                      <a:pt x="296380" y="136406"/>
                    </a:lnTo>
                    <a:close/>
                    <a:moveTo>
                      <a:pt x="273527" y="103630"/>
                    </a:moveTo>
                    <a:lnTo>
                      <a:pt x="285668" y="106665"/>
                    </a:lnTo>
                    <a:lnTo>
                      <a:pt x="285668" y="165687"/>
                    </a:lnTo>
                    <a:lnTo>
                      <a:pt x="273527" y="165687"/>
                    </a:lnTo>
                    <a:close/>
                    <a:moveTo>
                      <a:pt x="262814" y="124979"/>
                    </a:moveTo>
                    <a:lnTo>
                      <a:pt x="262814" y="165687"/>
                    </a:lnTo>
                    <a:lnTo>
                      <a:pt x="250673" y="165687"/>
                    </a:lnTo>
                    <a:lnTo>
                      <a:pt x="250673" y="124979"/>
                    </a:lnTo>
                    <a:close/>
                    <a:moveTo>
                      <a:pt x="239961" y="165687"/>
                    </a:moveTo>
                    <a:lnTo>
                      <a:pt x="227820" y="165687"/>
                    </a:lnTo>
                    <a:lnTo>
                      <a:pt x="227820" y="142476"/>
                    </a:lnTo>
                    <a:lnTo>
                      <a:pt x="227805" y="142070"/>
                    </a:lnTo>
                    <a:lnTo>
                      <a:pt x="227760" y="141672"/>
                    </a:lnTo>
                    <a:lnTo>
                      <a:pt x="227686" y="141283"/>
                    </a:lnTo>
                    <a:lnTo>
                      <a:pt x="227585" y="140904"/>
                    </a:lnTo>
                    <a:lnTo>
                      <a:pt x="227457" y="140535"/>
                    </a:lnTo>
                    <a:lnTo>
                      <a:pt x="227303" y="140180"/>
                    </a:lnTo>
                    <a:lnTo>
                      <a:pt x="227125" y="139838"/>
                    </a:lnTo>
                    <a:lnTo>
                      <a:pt x="226924" y="139510"/>
                    </a:lnTo>
                    <a:lnTo>
                      <a:pt x="226700" y="139199"/>
                    </a:lnTo>
                    <a:lnTo>
                      <a:pt x="226455" y="138904"/>
                    </a:lnTo>
                    <a:lnTo>
                      <a:pt x="226189" y="138628"/>
                    </a:lnTo>
                    <a:lnTo>
                      <a:pt x="225904" y="138371"/>
                    </a:lnTo>
                    <a:lnTo>
                      <a:pt x="225601" y="138135"/>
                    </a:lnTo>
                    <a:lnTo>
                      <a:pt x="225281" y="137920"/>
                    </a:lnTo>
                    <a:lnTo>
                      <a:pt x="224944" y="137728"/>
                    </a:lnTo>
                    <a:lnTo>
                      <a:pt x="224592" y="137560"/>
                    </a:lnTo>
                    <a:lnTo>
                      <a:pt x="224226" y="137418"/>
                    </a:lnTo>
                    <a:lnTo>
                      <a:pt x="223848" y="137302"/>
                    </a:lnTo>
                    <a:lnTo>
                      <a:pt x="223457" y="137213"/>
                    </a:lnTo>
                    <a:lnTo>
                      <a:pt x="223055" y="137153"/>
                    </a:lnTo>
                    <a:lnTo>
                      <a:pt x="222106" y="137047"/>
                    </a:lnTo>
                    <a:lnTo>
                      <a:pt x="222106" y="113553"/>
                    </a:lnTo>
                    <a:lnTo>
                      <a:pt x="239961" y="113553"/>
                    </a:lnTo>
                    <a:close/>
                    <a:moveTo>
                      <a:pt x="176400" y="142747"/>
                    </a:moveTo>
                    <a:lnTo>
                      <a:pt x="217107" y="147270"/>
                    </a:lnTo>
                    <a:lnTo>
                      <a:pt x="217107" y="165687"/>
                    </a:lnTo>
                    <a:lnTo>
                      <a:pt x="176400" y="165687"/>
                    </a:lnTo>
                    <a:close/>
                    <a:moveTo>
                      <a:pt x="222821" y="90699"/>
                    </a:moveTo>
                    <a:lnTo>
                      <a:pt x="222821" y="102840"/>
                    </a:lnTo>
                    <a:lnTo>
                      <a:pt x="216750" y="102840"/>
                    </a:lnTo>
                    <a:lnTo>
                      <a:pt x="216311" y="102858"/>
                    </a:lnTo>
                    <a:lnTo>
                      <a:pt x="215881" y="102910"/>
                    </a:lnTo>
                    <a:lnTo>
                      <a:pt x="215463" y="102996"/>
                    </a:lnTo>
                    <a:lnTo>
                      <a:pt x="215057" y="103113"/>
                    </a:lnTo>
                    <a:lnTo>
                      <a:pt x="214665" y="103261"/>
                    </a:lnTo>
                    <a:lnTo>
                      <a:pt x="214288" y="103438"/>
                    </a:lnTo>
                    <a:lnTo>
                      <a:pt x="213928" y="103643"/>
                    </a:lnTo>
                    <a:lnTo>
                      <a:pt x="213586" y="103873"/>
                    </a:lnTo>
                    <a:lnTo>
                      <a:pt x="213264" y="104129"/>
                    </a:lnTo>
                    <a:lnTo>
                      <a:pt x="212962" y="104409"/>
                    </a:lnTo>
                    <a:lnTo>
                      <a:pt x="212683" y="104710"/>
                    </a:lnTo>
                    <a:lnTo>
                      <a:pt x="212427" y="105033"/>
                    </a:lnTo>
                    <a:lnTo>
                      <a:pt x="212196" y="105375"/>
                    </a:lnTo>
                    <a:lnTo>
                      <a:pt x="211992" y="105735"/>
                    </a:lnTo>
                    <a:lnTo>
                      <a:pt x="211815" y="106111"/>
                    </a:lnTo>
                    <a:lnTo>
                      <a:pt x="211667" y="106503"/>
                    </a:lnTo>
                    <a:lnTo>
                      <a:pt x="211549" y="106909"/>
                    </a:lnTo>
                    <a:lnTo>
                      <a:pt x="211464" y="107327"/>
                    </a:lnTo>
                    <a:lnTo>
                      <a:pt x="211412" y="107757"/>
                    </a:lnTo>
                    <a:lnTo>
                      <a:pt x="211394" y="108196"/>
                    </a:lnTo>
                    <a:lnTo>
                      <a:pt x="211394" y="135857"/>
                    </a:lnTo>
                    <a:lnTo>
                      <a:pt x="199253" y="134508"/>
                    </a:lnTo>
                    <a:lnTo>
                      <a:pt x="199253" y="90699"/>
                    </a:lnTo>
                    <a:close/>
                    <a:moveTo>
                      <a:pt x="188540" y="73559"/>
                    </a:moveTo>
                    <a:lnTo>
                      <a:pt x="188540" y="133318"/>
                    </a:lnTo>
                    <a:lnTo>
                      <a:pt x="176400" y="131969"/>
                    </a:lnTo>
                    <a:lnTo>
                      <a:pt x="176400" y="73559"/>
                    </a:lnTo>
                    <a:close/>
                    <a:moveTo>
                      <a:pt x="165687" y="42314"/>
                    </a:moveTo>
                    <a:lnTo>
                      <a:pt x="165687" y="136723"/>
                    </a:lnTo>
                    <a:lnTo>
                      <a:pt x="165687" y="165687"/>
                    </a:lnTo>
                    <a:lnTo>
                      <a:pt x="153546" y="165687"/>
                    </a:lnTo>
                    <a:lnTo>
                      <a:pt x="153546" y="33208"/>
                    </a:lnTo>
                    <a:close/>
                    <a:moveTo>
                      <a:pt x="142834" y="165687"/>
                    </a:moveTo>
                    <a:lnTo>
                      <a:pt x="130693" y="165687"/>
                    </a:lnTo>
                    <a:lnTo>
                      <a:pt x="130693" y="62132"/>
                    </a:lnTo>
                    <a:lnTo>
                      <a:pt x="142834" y="62132"/>
                    </a:lnTo>
                    <a:close/>
                    <a:moveTo>
                      <a:pt x="107839" y="60086"/>
                    </a:moveTo>
                    <a:lnTo>
                      <a:pt x="119980" y="54016"/>
                    </a:lnTo>
                    <a:lnTo>
                      <a:pt x="119980" y="56776"/>
                    </a:lnTo>
                    <a:lnTo>
                      <a:pt x="119980" y="165687"/>
                    </a:lnTo>
                    <a:lnTo>
                      <a:pt x="107839" y="165687"/>
                    </a:lnTo>
                    <a:close/>
                    <a:moveTo>
                      <a:pt x="79272" y="96412"/>
                    </a:moveTo>
                    <a:lnTo>
                      <a:pt x="97127" y="96412"/>
                    </a:lnTo>
                    <a:lnTo>
                      <a:pt x="97127" y="165687"/>
                    </a:lnTo>
                    <a:lnTo>
                      <a:pt x="84986" y="165687"/>
                    </a:lnTo>
                    <a:lnTo>
                      <a:pt x="84986" y="131050"/>
                    </a:lnTo>
                    <a:lnTo>
                      <a:pt x="84968" y="130610"/>
                    </a:lnTo>
                    <a:lnTo>
                      <a:pt x="84916" y="130181"/>
                    </a:lnTo>
                    <a:lnTo>
                      <a:pt x="84830" y="129763"/>
                    </a:lnTo>
                    <a:lnTo>
                      <a:pt x="84713" y="129357"/>
                    </a:lnTo>
                    <a:lnTo>
                      <a:pt x="84565" y="128965"/>
                    </a:lnTo>
                    <a:lnTo>
                      <a:pt x="84388" y="128588"/>
                    </a:lnTo>
                    <a:lnTo>
                      <a:pt x="84183" y="128228"/>
                    </a:lnTo>
                    <a:lnTo>
                      <a:pt x="83952" y="127886"/>
                    </a:lnTo>
                    <a:lnTo>
                      <a:pt x="83697" y="127564"/>
                    </a:lnTo>
                    <a:lnTo>
                      <a:pt x="83417" y="127262"/>
                    </a:lnTo>
                    <a:lnTo>
                      <a:pt x="83116" y="126983"/>
                    </a:lnTo>
                    <a:lnTo>
                      <a:pt x="82793" y="126727"/>
                    </a:lnTo>
                    <a:lnTo>
                      <a:pt x="82451" y="126496"/>
                    </a:lnTo>
                    <a:lnTo>
                      <a:pt x="82091" y="126291"/>
                    </a:lnTo>
                    <a:lnTo>
                      <a:pt x="81715" y="126114"/>
                    </a:lnTo>
                    <a:lnTo>
                      <a:pt x="81323" y="125967"/>
                    </a:lnTo>
                    <a:lnTo>
                      <a:pt x="80917" y="125849"/>
                    </a:lnTo>
                    <a:lnTo>
                      <a:pt x="80498" y="125764"/>
                    </a:lnTo>
                    <a:lnTo>
                      <a:pt x="80069" y="125711"/>
                    </a:lnTo>
                    <a:lnTo>
                      <a:pt x="79629" y="125693"/>
                    </a:lnTo>
                    <a:lnTo>
                      <a:pt x="79272" y="125693"/>
                    </a:lnTo>
                    <a:close/>
                    <a:moveTo>
                      <a:pt x="74273" y="136406"/>
                    </a:moveTo>
                    <a:lnTo>
                      <a:pt x="74273" y="165687"/>
                    </a:lnTo>
                    <a:lnTo>
                      <a:pt x="44992" y="165687"/>
                    </a:lnTo>
                    <a:lnTo>
                      <a:pt x="44992" y="136406"/>
                    </a:lnTo>
                    <a:close/>
                    <a:moveTo>
                      <a:pt x="22139" y="118447"/>
                    </a:moveTo>
                    <a:lnTo>
                      <a:pt x="45706" y="114520"/>
                    </a:lnTo>
                    <a:lnTo>
                      <a:pt x="45706" y="125693"/>
                    </a:lnTo>
                    <a:lnTo>
                      <a:pt x="39636" y="125693"/>
                    </a:lnTo>
                    <a:lnTo>
                      <a:pt x="39197" y="125711"/>
                    </a:lnTo>
                    <a:lnTo>
                      <a:pt x="38767" y="125764"/>
                    </a:lnTo>
                    <a:lnTo>
                      <a:pt x="38349" y="125849"/>
                    </a:lnTo>
                    <a:lnTo>
                      <a:pt x="37943" y="125967"/>
                    </a:lnTo>
                    <a:lnTo>
                      <a:pt x="37551" y="126114"/>
                    </a:lnTo>
                    <a:lnTo>
                      <a:pt x="37174" y="126291"/>
                    </a:lnTo>
                    <a:lnTo>
                      <a:pt x="36814" y="126496"/>
                    </a:lnTo>
                    <a:lnTo>
                      <a:pt x="36472" y="126727"/>
                    </a:lnTo>
                    <a:lnTo>
                      <a:pt x="36150" y="126983"/>
                    </a:lnTo>
                    <a:lnTo>
                      <a:pt x="35848" y="127262"/>
                    </a:lnTo>
                    <a:lnTo>
                      <a:pt x="35569" y="127564"/>
                    </a:lnTo>
                    <a:lnTo>
                      <a:pt x="35313" y="127886"/>
                    </a:lnTo>
                    <a:lnTo>
                      <a:pt x="35082" y="128228"/>
                    </a:lnTo>
                    <a:lnTo>
                      <a:pt x="34877" y="128588"/>
                    </a:lnTo>
                    <a:lnTo>
                      <a:pt x="34700" y="128965"/>
                    </a:lnTo>
                    <a:lnTo>
                      <a:pt x="34553" y="129357"/>
                    </a:lnTo>
                    <a:lnTo>
                      <a:pt x="34435" y="129763"/>
                    </a:lnTo>
                    <a:lnTo>
                      <a:pt x="34350" y="130181"/>
                    </a:lnTo>
                    <a:lnTo>
                      <a:pt x="34297" y="130610"/>
                    </a:lnTo>
                    <a:lnTo>
                      <a:pt x="34280" y="131050"/>
                    </a:lnTo>
                    <a:lnTo>
                      <a:pt x="34280" y="165687"/>
                    </a:lnTo>
                    <a:lnTo>
                      <a:pt x="22139" y="165687"/>
                    </a:lnTo>
                    <a:close/>
                  </a:path>
                </a:pathLst>
              </a:custGeom>
              <a:solidFill>
                <a:srgbClr val="CE9A65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2547817" y="793505"/>
                <a:ext cx="181965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A58A6D">
                        <a:alpha val="100000"/>
                      </a:srgbClr>
                    </a:solidFill>
                    <a:latin typeface="Arial"/>
                    <a:cs typeface="Arial"/>
                  </a:rPr>
                  <a:t>Rural</a:t>
                </a: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4644707" y="793505"/>
                <a:ext cx="207385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B78149">
                        <a:alpha val="100000"/>
                      </a:srgbClr>
                    </a:solidFill>
                    <a:latin typeface="Arial"/>
                    <a:cs typeface="Arial"/>
                  </a:rPr>
                  <a:t>Urban</a:t>
                </a:r>
              </a:p>
            </p:txBody>
          </p:sp>
          <p:sp>
            <p:nvSpPr>
              <p:cNvPr id="114" name="pg113"/>
              <p:cNvSpPr/>
              <p:nvPr/>
            </p:nvSpPr>
            <p:spPr>
              <a:xfrm>
                <a:off x="2426400" y="885600"/>
                <a:ext cx="162000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2000" h="104400">
                    <a:moveTo>
                      <a:pt x="0" y="32399"/>
                    </a:moveTo>
                    <a:lnTo>
                      <a:pt x="143999" y="0"/>
                    </a:lnTo>
                    <a:lnTo>
                      <a:pt x="162000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5" name="pg114"/>
              <p:cNvSpPr/>
              <p:nvPr/>
            </p:nvSpPr>
            <p:spPr>
              <a:xfrm>
                <a:off x="2570400" y="885600"/>
                <a:ext cx="140400" cy="97199"/>
              </a:xfrm>
              <a:custGeom>
                <a:avLst/>
                <a:gdLst/>
                <a:ahLst/>
                <a:cxnLst/>
                <a:rect l="0" t="0" r="0" b="0"/>
                <a:pathLst>
                  <a:path w="140400" h="97199">
                    <a:moveTo>
                      <a:pt x="0" y="0"/>
                    </a:moveTo>
                    <a:lnTo>
                      <a:pt x="140400" y="14399"/>
                    </a:lnTo>
                    <a:lnTo>
                      <a:pt x="125999" y="97199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6" name="pg115"/>
              <p:cNvSpPr/>
              <p:nvPr/>
            </p:nvSpPr>
            <p:spPr>
              <a:xfrm>
                <a:off x="2696400" y="900000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" name="pg116"/>
              <p:cNvSpPr/>
              <p:nvPr/>
            </p:nvSpPr>
            <p:spPr>
              <a:xfrm>
                <a:off x="2437200" y="9720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8000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" name="pg117"/>
              <p:cNvSpPr/>
              <p:nvPr/>
            </p:nvSpPr>
            <p:spPr>
              <a:xfrm>
                <a:off x="2570400" y="972000"/>
                <a:ext cx="158400" cy="100800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800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800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" name="pg118"/>
              <p:cNvSpPr/>
              <p:nvPr/>
            </p:nvSpPr>
            <p:spPr>
              <a:xfrm>
                <a:off x="2696400" y="982800"/>
                <a:ext cx="136800" cy="90000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90000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200"/>
                    </a:lnTo>
                    <a:lnTo>
                      <a:pt x="32400" y="90000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" name="pl119"/>
              <p:cNvSpPr/>
              <p:nvPr/>
            </p:nvSpPr>
            <p:spPr>
              <a:xfrm>
                <a:off x="2570400" y="885600"/>
                <a:ext cx="18000" cy="179999"/>
              </a:xfrm>
              <a:custGeom>
                <a:avLst/>
                <a:gdLst/>
                <a:ahLst/>
                <a:cxnLst/>
                <a:rect l="0" t="0" r="0" b="0"/>
                <a:pathLst>
                  <a:path w="18000" h="179999">
                    <a:moveTo>
                      <a:pt x="0" y="0"/>
                    </a:moveTo>
                    <a:lnTo>
                      <a:pt x="18000" y="86400"/>
                    </a:lnTo>
                    <a:lnTo>
                      <a:pt x="0" y="179999"/>
                    </a:lnTo>
                  </a:path>
                </a:pathLst>
              </a:custGeom>
              <a:ln w="5238" cap="rnd">
                <a:solidFill>
                  <a:srgbClr val="77519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" name="pg120"/>
              <p:cNvSpPr/>
              <p:nvPr/>
            </p:nvSpPr>
            <p:spPr>
              <a:xfrm>
                <a:off x="2488500" y="933299"/>
                <a:ext cx="48599" cy="56700"/>
              </a:xfrm>
              <a:custGeom>
                <a:avLst/>
                <a:gdLst/>
                <a:ahLst/>
                <a:cxnLst/>
                <a:rect l="0" t="0" r="0" b="0"/>
                <a:pathLst>
                  <a:path w="48599" h="56700">
                    <a:moveTo>
                      <a:pt x="24299" y="0"/>
                    </a:moveTo>
                    <a:lnTo>
                      <a:pt x="22307" y="76"/>
                    </a:lnTo>
                    <a:lnTo>
                      <a:pt x="20358" y="302"/>
                    </a:lnTo>
                    <a:lnTo>
                      <a:pt x="18460" y="670"/>
                    </a:lnTo>
                    <a:lnTo>
                      <a:pt x="16619" y="1176"/>
                    </a:lnTo>
                    <a:lnTo>
                      <a:pt x="14841" y="1814"/>
                    </a:lnTo>
                    <a:lnTo>
                      <a:pt x="13132" y="2576"/>
                    </a:lnTo>
                    <a:lnTo>
                      <a:pt x="11499" y="3458"/>
                    </a:lnTo>
                    <a:lnTo>
                      <a:pt x="9948" y="4454"/>
                    </a:lnTo>
                    <a:lnTo>
                      <a:pt x="8485" y="5557"/>
                    </a:lnTo>
                    <a:lnTo>
                      <a:pt x="7117" y="6761"/>
                    </a:lnTo>
                    <a:lnTo>
                      <a:pt x="5849" y="8061"/>
                    </a:lnTo>
                    <a:lnTo>
                      <a:pt x="4688" y="9451"/>
                    </a:lnTo>
                    <a:lnTo>
                      <a:pt x="3640" y="10925"/>
                    </a:lnTo>
                    <a:lnTo>
                      <a:pt x="2712" y="12476"/>
                    </a:lnTo>
                    <a:lnTo>
                      <a:pt x="1909" y="14100"/>
                    </a:lnTo>
                    <a:lnTo>
                      <a:pt x="1238" y="15789"/>
                    </a:lnTo>
                    <a:lnTo>
                      <a:pt x="706" y="17538"/>
                    </a:lnTo>
                    <a:lnTo>
                      <a:pt x="318" y="19341"/>
                    </a:lnTo>
                    <a:lnTo>
                      <a:pt x="80" y="21192"/>
                    </a:lnTo>
                    <a:lnTo>
                      <a:pt x="0" y="23086"/>
                    </a:lnTo>
                    <a:lnTo>
                      <a:pt x="57" y="24998"/>
                    </a:lnTo>
                    <a:lnTo>
                      <a:pt x="229" y="26933"/>
                    </a:lnTo>
                    <a:lnTo>
                      <a:pt x="511" y="28882"/>
                    </a:lnTo>
                    <a:lnTo>
                      <a:pt x="903" y="30836"/>
                    </a:lnTo>
                    <a:lnTo>
                      <a:pt x="1400" y="32788"/>
                    </a:lnTo>
                    <a:lnTo>
                      <a:pt x="2001" y="34728"/>
                    </a:lnTo>
                    <a:lnTo>
                      <a:pt x="2703" y="36647"/>
                    </a:lnTo>
                    <a:lnTo>
                      <a:pt x="3504" y="38537"/>
                    </a:lnTo>
                    <a:lnTo>
                      <a:pt x="4400" y="40390"/>
                    </a:lnTo>
                    <a:lnTo>
                      <a:pt x="5390" y="42195"/>
                    </a:lnTo>
                    <a:lnTo>
                      <a:pt x="6470" y="43946"/>
                    </a:lnTo>
                    <a:lnTo>
                      <a:pt x="7639" y="45632"/>
                    </a:lnTo>
                    <a:lnTo>
                      <a:pt x="8893" y="47246"/>
                    </a:lnTo>
                    <a:lnTo>
                      <a:pt x="10230" y="48778"/>
                    </a:lnTo>
                    <a:lnTo>
                      <a:pt x="11648" y="50221"/>
                    </a:lnTo>
                    <a:lnTo>
                      <a:pt x="13144" y="51564"/>
                    </a:lnTo>
                    <a:lnTo>
                      <a:pt x="14715" y="52800"/>
                    </a:lnTo>
                    <a:lnTo>
                      <a:pt x="16359" y="53920"/>
                    </a:lnTo>
                    <a:lnTo>
                      <a:pt x="18074" y="54915"/>
                    </a:lnTo>
                    <a:lnTo>
                      <a:pt x="19856" y="55777"/>
                    </a:lnTo>
                    <a:lnTo>
                      <a:pt x="20282" y="55952"/>
                    </a:lnTo>
                    <a:lnTo>
                      <a:pt x="20714" y="56109"/>
                    </a:lnTo>
                    <a:lnTo>
                      <a:pt x="21151" y="56247"/>
                    </a:lnTo>
                    <a:lnTo>
                      <a:pt x="21593" y="56367"/>
                    </a:lnTo>
                    <a:lnTo>
                      <a:pt x="22038" y="56469"/>
                    </a:lnTo>
                    <a:lnTo>
                      <a:pt x="22486" y="56552"/>
                    </a:lnTo>
                    <a:lnTo>
                      <a:pt x="22937" y="56617"/>
                    </a:lnTo>
                    <a:lnTo>
                      <a:pt x="23390" y="56663"/>
                    </a:lnTo>
                    <a:lnTo>
                      <a:pt x="23845" y="56690"/>
                    </a:lnTo>
                    <a:lnTo>
                      <a:pt x="24299" y="56700"/>
                    </a:lnTo>
                    <a:lnTo>
                      <a:pt x="24754" y="56690"/>
                    </a:lnTo>
                    <a:lnTo>
                      <a:pt x="25209" y="56663"/>
                    </a:lnTo>
                    <a:lnTo>
                      <a:pt x="25662" y="56617"/>
                    </a:lnTo>
                    <a:lnTo>
                      <a:pt x="26113" y="56552"/>
                    </a:lnTo>
                    <a:lnTo>
                      <a:pt x="26561" y="56469"/>
                    </a:lnTo>
                    <a:lnTo>
                      <a:pt x="27006" y="56367"/>
                    </a:lnTo>
                    <a:lnTo>
                      <a:pt x="27448" y="56247"/>
                    </a:lnTo>
                    <a:lnTo>
                      <a:pt x="27885" y="56109"/>
                    </a:lnTo>
                    <a:lnTo>
                      <a:pt x="28317" y="55952"/>
                    </a:lnTo>
                    <a:lnTo>
                      <a:pt x="28743" y="55777"/>
                    </a:lnTo>
                    <a:lnTo>
                      <a:pt x="30525" y="54915"/>
                    </a:lnTo>
                    <a:lnTo>
                      <a:pt x="32240" y="53920"/>
                    </a:lnTo>
                    <a:lnTo>
                      <a:pt x="33884" y="52800"/>
                    </a:lnTo>
                    <a:lnTo>
                      <a:pt x="35455" y="51564"/>
                    </a:lnTo>
                    <a:lnTo>
                      <a:pt x="36951" y="50221"/>
                    </a:lnTo>
                    <a:lnTo>
                      <a:pt x="38368" y="48778"/>
                    </a:lnTo>
                    <a:lnTo>
                      <a:pt x="39706" y="47246"/>
                    </a:lnTo>
                    <a:lnTo>
                      <a:pt x="40960" y="45632"/>
                    </a:lnTo>
                    <a:lnTo>
                      <a:pt x="42129" y="43946"/>
                    </a:lnTo>
                    <a:lnTo>
                      <a:pt x="43209" y="42195"/>
                    </a:lnTo>
                    <a:lnTo>
                      <a:pt x="44199" y="40390"/>
                    </a:lnTo>
                    <a:lnTo>
                      <a:pt x="45095" y="38537"/>
                    </a:lnTo>
                    <a:lnTo>
                      <a:pt x="45896" y="36647"/>
                    </a:lnTo>
                    <a:lnTo>
                      <a:pt x="46598" y="34728"/>
                    </a:lnTo>
                    <a:lnTo>
                      <a:pt x="47199" y="32788"/>
                    </a:lnTo>
                    <a:lnTo>
                      <a:pt x="47696" y="30836"/>
                    </a:lnTo>
                    <a:lnTo>
                      <a:pt x="48087" y="28882"/>
                    </a:lnTo>
                    <a:lnTo>
                      <a:pt x="48370" y="26933"/>
                    </a:lnTo>
                    <a:lnTo>
                      <a:pt x="48542" y="24998"/>
                    </a:lnTo>
                    <a:lnTo>
                      <a:pt x="48599" y="23086"/>
                    </a:lnTo>
                    <a:lnTo>
                      <a:pt x="48519" y="21192"/>
                    </a:lnTo>
                    <a:lnTo>
                      <a:pt x="48281" y="19341"/>
                    </a:lnTo>
                    <a:lnTo>
                      <a:pt x="47893" y="17538"/>
                    </a:lnTo>
                    <a:lnTo>
                      <a:pt x="47361" y="15789"/>
                    </a:lnTo>
                    <a:lnTo>
                      <a:pt x="46690" y="14100"/>
                    </a:lnTo>
                    <a:lnTo>
                      <a:pt x="45887" y="12476"/>
                    </a:lnTo>
                    <a:lnTo>
                      <a:pt x="44959" y="10925"/>
                    </a:lnTo>
                    <a:lnTo>
                      <a:pt x="43911" y="9451"/>
                    </a:lnTo>
                    <a:lnTo>
                      <a:pt x="42750" y="8061"/>
                    </a:lnTo>
                    <a:lnTo>
                      <a:pt x="41482" y="6761"/>
                    </a:lnTo>
                    <a:lnTo>
                      <a:pt x="40114" y="5557"/>
                    </a:lnTo>
                    <a:lnTo>
                      <a:pt x="38651" y="4454"/>
                    </a:lnTo>
                    <a:lnTo>
                      <a:pt x="37100" y="3458"/>
                    </a:lnTo>
                    <a:lnTo>
                      <a:pt x="35467" y="2576"/>
                    </a:lnTo>
                    <a:lnTo>
                      <a:pt x="33758" y="1814"/>
                    </a:lnTo>
                    <a:lnTo>
                      <a:pt x="31980" y="1176"/>
                    </a:lnTo>
                    <a:lnTo>
                      <a:pt x="30139" y="670"/>
                    </a:lnTo>
                    <a:lnTo>
                      <a:pt x="28241" y="302"/>
                    </a:lnTo>
                    <a:lnTo>
                      <a:pt x="26292" y="76"/>
                    </a:lnTo>
                    <a:close/>
                  </a:path>
                </a:pathLst>
              </a:custGeom>
              <a:solidFill>
                <a:srgbClr val="77519D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" name="pg121"/>
              <p:cNvSpPr/>
              <p:nvPr/>
            </p:nvSpPr>
            <p:spPr>
              <a:xfrm>
                <a:off x="2504700" y="949500"/>
                <a:ext cx="16199" cy="16200"/>
              </a:xfrm>
              <a:custGeom>
                <a:avLst/>
                <a:gdLst/>
                <a:ahLst/>
                <a:cxnLst/>
                <a:rect l="0" t="0" r="0" b="0"/>
                <a:pathLst>
                  <a:path w="16199" h="16200">
                    <a:moveTo>
                      <a:pt x="8099" y="16200"/>
                    </a:moveTo>
                    <a:lnTo>
                      <a:pt x="8764" y="16173"/>
                    </a:lnTo>
                    <a:lnTo>
                      <a:pt x="9413" y="16093"/>
                    </a:lnTo>
                    <a:lnTo>
                      <a:pt x="10046" y="15964"/>
                    </a:lnTo>
                    <a:lnTo>
                      <a:pt x="10660" y="15787"/>
                    </a:lnTo>
                    <a:lnTo>
                      <a:pt x="11252" y="15563"/>
                    </a:lnTo>
                    <a:lnTo>
                      <a:pt x="11822" y="15295"/>
                    </a:lnTo>
                    <a:lnTo>
                      <a:pt x="12366" y="14986"/>
                    </a:lnTo>
                    <a:lnTo>
                      <a:pt x="12883" y="14637"/>
                    </a:lnTo>
                    <a:lnTo>
                      <a:pt x="13371" y="14250"/>
                    </a:lnTo>
                    <a:lnTo>
                      <a:pt x="13827" y="13827"/>
                    </a:lnTo>
                    <a:lnTo>
                      <a:pt x="14250" y="13371"/>
                    </a:lnTo>
                    <a:lnTo>
                      <a:pt x="14637" y="12883"/>
                    </a:lnTo>
                    <a:lnTo>
                      <a:pt x="14986" y="12366"/>
                    </a:lnTo>
                    <a:lnTo>
                      <a:pt x="15295" y="11822"/>
                    </a:lnTo>
                    <a:lnTo>
                      <a:pt x="15563" y="11252"/>
                    </a:lnTo>
                    <a:lnTo>
                      <a:pt x="15787" y="10660"/>
                    </a:lnTo>
                    <a:lnTo>
                      <a:pt x="15964" y="10046"/>
                    </a:lnTo>
                    <a:lnTo>
                      <a:pt x="16093" y="9413"/>
                    </a:lnTo>
                    <a:lnTo>
                      <a:pt x="16173" y="8764"/>
                    </a:lnTo>
                    <a:lnTo>
                      <a:pt x="16199" y="8100"/>
                    </a:lnTo>
                    <a:lnTo>
                      <a:pt x="16173" y="7435"/>
                    </a:lnTo>
                    <a:lnTo>
                      <a:pt x="16093" y="6786"/>
                    </a:lnTo>
                    <a:lnTo>
                      <a:pt x="15964" y="6153"/>
                    </a:lnTo>
                    <a:lnTo>
                      <a:pt x="15787" y="5539"/>
                    </a:lnTo>
                    <a:lnTo>
                      <a:pt x="15563" y="4947"/>
                    </a:lnTo>
                    <a:lnTo>
                      <a:pt x="15295" y="4377"/>
                    </a:lnTo>
                    <a:lnTo>
                      <a:pt x="14986" y="3833"/>
                    </a:lnTo>
                    <a:lnTo>
                      <a:pt x="14637" y="3316"/>
                    </a:lnTo>
                    <a:lnTo>
                      <a:pt x="14250" y="2828"/>
                    </a:lnTo>
                    <a:lnTo>
                      <a:pt x="13827" y="2372"/>
                    </a:lnTo>
                    <a:lnTo>
                      <a:pt x="13371" y="1949"/>
                    </a:lnTo>
                    <a:lnTo>
                      <a:pt x="12883" y="1562"/>
                    </a:lnTo>
                    <a:lnTo>
                      <a:pt x="12366" y="1213"/>
                    </a:lnTo>
                    <a:lnTo>
                      <a:pt x="11822" y="904"/>
                    </a:lnTo>
                    <a:lnTo>
                      <a:pt x="11252" y="636"/>
                    </a:lnTo>
                    <a:lnTo>
                      <a:pt x="10660" y="412"/>
                    </a:lnTo>
                    <a:lnTo>
                      <a:pt x="10046" y="235"/>
                    </a:lnTo>
                    <a:lnTo>
                      <a:pt x="9413" y="106"/>
                    </a:lnTo>
                    <a:lnTo>
                      <a:pt x="8764" y="26"/>
                    </a:lnTo>
                    <a:lnTo>
                      <a:pt x="8099" y="0"/>
                    </a:lnTo>
                    <a:lnTo>
                      <a:pt x="7435" y="26"/>
                    </a:lnTo>
                    <a:lnTo>
                      <a:pt x="6786" y="106"/>
                    </a:lnTo>
                    <a:lnTo>
                      <a:pt x="6153" y="235"/>
                    </a:lnTo>
                    <a:lnTo>
                      <a:pt x="5539" y="412"/>
                    </a:lnTo>
                    <a:lnTo>
                      <a:pt x="4947" y="636"/>
                    </a:lnTo>
                    <a:lnTo>
                      <a:pt x="4377" y="904"/>
                    </a:lnTo>
                    <a:lnTo>
                      <a:pt x="3833" y="1213"/>
                    </a:lnTo>
                    <a:lnTo>
                      <a:pt x="3316" y="1562"/>
                    </a:lnTo>
                    <a:lnTo>
                      <a:pt x="2828" y="1949"/>
                    </a:lnTo>
                    <a:lnTo>
                      <a:pt x="2372" y="2372"/>
                    </a:lnTo>
                    <a:lnTo>
                      <a:pt x="1949" y="2828"/>
                    </a:lnTo>
                    <a:lnTo>
                      <a:pt x="1562" y="3316"/>
                    </a:lnTo>
                    <a:lnTo>
                      <a:pt x="1213" y="3833"/>
                    </a:lnTo>
                    <a:lnTo>
                      <a:pt x="904" y="4377"/>
                    </a:lnTo>
                    <a:lnTo>
                      <a:pt x="636" y="4947"/>
                    </a:lnTo>
                    <a:lnTo>
                      <a:pt x="412" y="5539"/>
                    </a:lnTo>
                    <a:lnTo>
                      <a:pt x="235" y="6153"/>
                    </a:lnTo>
                    <a:lnTo>
                      <a:pt x="106" y="6786"/>
                    </a:lnTo>
                    <a:lnTo>
                      <a:pt x="26" y="7435"/>
                    </a:lnTo>
                    <a:lnTo>
                      <a:pt x="0" y="8100"/>
                    </a:lnTo>
                    <a:lnTo>
                      <a:pt x="26" y="8764"/>
                    </a:lnTo>
                    <a:lnTo>
                      <a:pt x="106" y="9413"/>
                    </a:lnTo>
                    <a:lnTo>
                      <a:pt x="235" y="10046"/>
                    </a:lnTo>
                    <a:lnTo>
                      <a:pt x="412" y="10660"/>
                    </a:lnTo>
                    <a:lnTo>
                      <a:pt x="636" y="11252"/>
                    </a:lnTo>
                    <a:lnTo>
                      <a:pt x="904" y="11822"/>
                    </a:lnTo>
                    <a:lnTo>
                      <a:pt x="1213" y="12366"/>
                    </a:lnTo>
                    <a:lnTo>
                      <a:pt x="1562" y="12883"/>
                    </a:lnTo>
                    <a:lnTo>
                      <a:pt x="1949" y="13371"/>
                    </a:lnTo>
                    <a:lnTo>
                      <a:pt x="2372" y="13827"/>
                    </a:lnTo>
                    <a:lnTo>
                      <a:pt x="2828" y="14250"/>
                    </a:lnTo>
                    <a:lnTo>
                      <a:pt x="3316" y="14637"/>
                    </a:lnTo>
                    <a:lnTo>
                      <a:pt x="3833" y="14986"/>
                    </a:lnTo>
                    <a:lnTo>
                      <a:pt x="4377" y="15295"/>
                    </a:lnTo>
                    <a:lnTo>
                      <a:pt x="4947" y="15563"/>
                    </a:lnTo>
                    <a:lnTo>
                      <a:pt x="5539" y="15787"/>
                    </a:lnTo>
                    <a:lnTo>
                      <a:pt x="6153" y="15964"/>
                    </a:lnTo>
                    <a:lnTo>
                      <a:pt x="6786" y="16093"/>
                    </a:lnTo>
                    <a:lnTo>
                      <a:pt x="7435" y="16173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" name="pl122"/>
              <p:cNvSpPr/>
              <p:nvPr/>
            </p:nvSpPr>
            <p:spPr>
              <a:xfrm>
                <a:off x="2473200" y="997200"/>
                <a:ext cx="39599" cy="28800"/>
              </a:xfrm>
              <a:custGeom>
                <a:avLst/>
                <a:gdLst/>
                <a:ahLst/>
                <a:cxnLst/>
                <a:rect l="0" t="0" r="0" b="0"/>
                <a:pathLst>
                  <a:path w="39599" h="28800">
                    <a:moveTo>
                      <a:pt x="0" y="28800"/>
                    </a:moveTo>
                    <a:lnTo>
                      <a:pt x="39599" y="0"/>
                    </a:lnTo>
                  </a:path>
                </a:pathLst>
              </a:custGeom>
              <a:ln w="3238" cap="rnd">
                <a:solidFill>
                  <a:srgbClr val="77519D">
                    <a:alpha val="67843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" name="pt123"/>
              <p:cNvSpPr/>
              <p:nvPr/>
            </p:nvSpPr>
            <p:spPr>
              <a:xfrm>
                <a:off x="2465640" y="1018440"/>
                <a:ext cx="15120" cy="15120"/>
              </a:xfrm>
              <a:prstGeom prst="ellipse">
                <a:avLst/>
              </a:prstGeom>
              <a:solidFill>
                <a:srgbClr val="77519D">
                  <a:alpha val="8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" name="pl124"/>
              <p:cNvSpPr/>
              <p:nvPr/>
            </p:nvSpPr>
            <p:spPr>
              <a:xfrm>
                <a:off x="2512800" y="997200"/>
                <a:ext cx="32400" cy="28800"/>
              </a:xfrm>
              <a:custGeom>
                <a:avLst/>
                <a:gdLst/>
                <a:ahLst/>
                <a:cxnLst/>
                <a:rect l="0" t="0" r="0" b="0"/>
                <a:pathLst>
                  <a:path w="32400" h="28800">
                    <a:moveTo>
                      <a:pt x="32400" y="28800"/>
                    </a:moveTo>
                    <a:lnTo>
                      <a:pt x="0" y="0"/>
                    </a:lnTo>
                  </a:path>
                </a:pathLst>
              </a:custGeom>
              <a:ln w="3238" cap="rnd">
                <a:solidFill>
                  <a:srgbClr val="77519D">
                    <a:alpha val="67843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" name="pt125"/>
              <p:cNvSpPr/>
              <p:nvPr/>
            </p:nvSpPr>
            <p:spPr>
              <a:xfrm>
                <a:off x="2537640" y="1018440"/>
                <a:ext cx="15120" cy="15120"/>
              </a:xfrm>
              <a:prstGeom prst="ellipse">
                <a:avLst/>
              </a:prstGeom>
              <a:solidFill>
                <a:srgbClr val="77519D">
                  <a:alpha val="8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" name="pg126"/>
              <p:cNvSpPr/>
              <p:nvPr/>
            </p:nvSpPr>
            <p:spPr>
              <a:xfrm>
                <a:off x="4536000" y="885600"/>
                <a:ext cx="161999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1999" h="104400">
                    <a:moveTo>
                      <a:pt x="0" y="32399"/>
                    </a:moveTo>
                    <a:lnTo>
                      <a:pt x="143999" y="0"/>
                    </a:lnTo>
                    <a:lnTo>
                      <a:pt x="161999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" name="pg127"/>
              <p:cNvSpPr/>
              <p:nvPr/>
            </p:nvSpPr>
            <p:spPr>
              <a:xfrm>
                <a:off x="4680000" y="885600"/>
                <a:ext cx="140399" cy="97199"/>
              </a:xfrm>
              <a:custGeom>
                <a:avLst/>
                <a:gdLst/>
                <a:ahLst/>
                <a:cxnLst/>
                <a:rect l="0" t="0" r="0" b="0"/>
                <a:pathLst>
                  <a:path w="140399" h="97199">
                    <a:moveTo>
                      <a:pt x="0" y="0"/>
                    </a:moveTo>
                    <a:lnTo>
                      <a:pt x="140399" y="14399"/>
                    </a:lnTo>
                    <a:lnTo>
                      <a:pt x="125999" y="97199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" name="pg128"/>
              <p:cNvSpPr/>
              <p:nvPr/>
            </p:nvSpPr>
            <p:spPr>
              <a:xfrm>
                <a:off x="4805999" y="900000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" name="pg129"/>
              <p:cNvSpPr/>
              <p:nvPr/>
            </p:nvSpPr>
            <p:spPr>
              <a:xfrm>
                <a:off x="4546799" y="9720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8000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77519D">
                  <a:alpha val="1215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" name="pg130"/>
              <p:cNvSpPr/>
              <p:nvPr/>
            </p:nvSpPr>
            <p:spPr>
              <a:xfrm>
                <a:off x="4680000" y="972000"/>
                <a:ext cx="158400" cy="100800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800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800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" name="pg131"/>
              <p:cNvSpPr/>
              <p:nvPr/>
            </p:nvSpPr>
            <p:spPr>
              <a:xfrm>
                <a:off x="4805999" y="982800"/>
                <a:ext cx="136800" cy="90000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90000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200"/>
                    </a:lnTo>
                    <a:lnTo>
                      <a:pt x="32400" y="90000"/>
                    </a:lnTo>
                    <a:close/>
                  </a:path>
                </a:pathLst>
              </a:custGeom>
              <a:solidFill>
                <a:srgbClr val="77519D">
                  <a:alpha val="47843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" name="pl132"/>
              <p:cNvSpPr/>
              <p:nvPr/>
            </p:nvSpPr>
            <p:spPr>
              <a:xfrm>
                <a:off x="4680000" y="885600"/>
                <a:ext cx="18000" cy="179999"/>
              </a:xfrm>
              <a:custGeom>
                <a:avLst/>
                <a:gdLst/>
                <a:ahLst/>
                <a:cxnLst/>
                <a:rect l="0" t="0" r="0" b="0"/>
                <a:pathLst>
                  <a:path w="18000" h="179999">
                    <a:moveTo>
                      <a:pt x="0" y="0"/>
                    </a:moveTo>
                    <a:lnTo>
                      <a:pt x="18000" y="86400"/>
                    </a:lnTo>
                    <a:lnTo>
                      <a:pt x="0" y="179999"/>
                    </a:lnTo>
                  </a:path>
                </a:pathLst>
              </a:custGeom>
              <a:ln w="5238" cap="rnd">
                <a:solidFill>
                  <a:srgbClr val="77519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" name="pg133"/>
              <p:cNvSpPr/>
              <p:nvPr/>
            </p:nvSpPr>
            <p:spPr>
              <a:xfrm>
                <a:off x="4803299" y="933299"/>
                <a:ext cx="48600" cy="56700"/>
              </a:xfrm>
              <a:custGeom>
                <a:avLst/>
                <a:gdLst/>
                <a:ahLst/>
                <a:cxnLst/>
                <a:rect l="0" t="0" r="0" b="0"/>
                <a:pathLst>
                  <a:path w="48600" h="56700">
                    <a:moveTo>
                      <a:pt x="24300" y="0"/>
                    </a:moveTo>
                    <a:lnTo>
                      <a:pt x="22307" y="76"/>
                    </a:lnTo>
                    <a:lnTo>
                      <a:pt x="20358" y="302"/>
                    </a:lnTo>
                    <a:lnTo>
                      <a:pt x="18460" y="670"/>
                    </a:lnTo>
                    <a:lnTo>
                      <a:pt x="16619" y="1176"/>
                    </a:lnTo>
                    <a:lnTo>
                      <a:pt x="14841" y="1814"/>
                    </a:lnTo>
                    <a:lnTo>
                      <a:pt x="13132" y="2576"/>
                    </a:lnTo>
                    <a:lnTo>
                      <a:pt x="11499" y="3458"/>
                    </a:lnTo>
                    <a:lnTo>
                      <a:pt x="9948" y="4454"/>
                    </a:lnTo>
                    <a:lnTo>
                      <a:pt x="8485" y="5557"/>
                    </a:lnTo>
                    <a:lnTo>
                      <a:pt x="7117" y="6761"/>
                    </a:lnTo>
                    <a:lnTo>
                      <a:pt x="5849" y="8061"/>
                    </a:lnTo>
                    <a:lnTo>
                      <a:pt x="4688" y="9451"/>
                    </a:lnTo>
                    <a:lnTo>
                      <a:pt x="3640" y="10925"/>
                    </a:lnTo>
                    <a:lnTo>
                      <a:pt x="2712" y="12476"/>
                    </a:lnTo>
                    <a:lnTo>
                      <a:pt x="1909" y="14100"/>
                    </a:lnTo>
                    <a:lnTo>
                      <a:pt x="1238" y="15789"/>
                    </a:lnTo>
                    <a:lnTo>
                      <a:pt x="706" y="17538"/>
                    </a:lnTo>
                    <a:lnTo>
                      <a:pt x="318" y="19341"/>
                    </a:lnTo>
                    <a:lnTo>
                      <a:pt x="80" y="21192"/>
                    </a:lnTo>
                    <a:lnTo>
                      <a:pt x="0" y="23086"/>
                    </a:lnTo>
                    <a:lnTo>
                      <a:pt x="57" y="24998"/>
                    </a:lnTo>
                    <a:lnTo>
                      <a:pt x="229" y="26933"/>
                    </a:lnTo>
                    <a:lnTo>
                      <a:pt x="511" y="28882"/>
                    </a:lnTo>
                    <a:lnTo>
                      <a:pt x="903" y="30836"/>
                    </a:lnTo>
                    <a:lnTo>
                      <a:pt x="1400" y="32788"/>
                    </a:lnTo>
                    <a:lnTo>
                      <a:pt x="2001" y="34728"/>
                    </a:lnTo>
                    <a:lnTo>
                      <a:pt x="2703" y="36647"/>
                    </a:lnTo>
                    <a:lnTo>
                      <a:pt x="3504" y="38537"/>
                    </a:lnTo>
                    <a:lnTo>
                      <a:pt x="4400" y="40390"/>
                    </a:lnTo>
                    <a:lnTo>
                      <a:pt x="5390" y="42195"/>
                    </a:lnTo>
                    <a:lnTo>
                      <a:pt x="6470" y="43946"/>
                    </a:lnTo>
                    <a:lnTo>
                      <a:pt x="7639" y="45632"/>
                    </a:lnTo>
                    <a:lnTo>
                      <a:pt x="8893" y="47246"/>
                    </a:lnTo>
                    <a:lnTo>
                      <a:pt x="10230" y="48778"/>
                    </a:lnTo>
                    <a:lnTo>
                      <a:pt x="11648" y="50221"/>
                    </a:lnTo>
                    <a:lnTo>
                      <a:pt x="13144" y="51564"/>
                    </a:lnTo>
                    <a:lnTo>
                      <a:pt x="14715" y="52800"/>
                    </a:lnTo>
                    <a:lnTo>
                      <a:pt x="16359" y="53920"/>
                    </a:lnTo>
                    <a:lnTo>
                      <a:pt x="18074" y="54915"/>
                    </a:lnTo>
                    <a:lnTo>
                      <a:pt x="19856" y="55777"/>
                    </a:lnTo>
                    <a:lnTo>
                      <a:pt x="20282" y="55952"/>
                    </a:lnTo>
                    <a:lnTo>
                      <a:pt x="20714" y="56109"/>
                    </a:lnTo>
                    <a:lnTo>
                      <a:pt x="21151" y="56247"/>
                    </a:lnTo>
                    <a:lnTo>
                      <a:pt x="21593" y="56367"/>
                    </a:lnTo>
                    <a:lnTo>
                      <a:pt x="22038" y="56469"/>
                    </a:lnTo>
                    <a:lnTo>
                      <a:pt x="22486" y="56552"/>
                    </a:lnTo>
                    <a:lnTo>
                      <a:pt x="22937" y="56617"/>
                    </a:lnTo>
                    <a:lnTo>
                      <a:pt x="23390" y="56663"/>
                    </a:lnTo>
                    <a:lnTo>
                      <a:pt x="23845" y="56690"/>
                    </a:lnTo>
                    <a:lnTo>
                      <a:pt x="24300" y="56700"/>
                    </a:lnTo>
                    <a:lnTo>
                      <a:pt x="24754" y="56690"/>
                    </a:lnTo>
                    <a:lnTo>
                      <a:pt x="25209" y="56663"/>
                    </a:lnTo>
                    <a:lnTo>
                      <a:pt x="25662" y="56617"/>
                    </a:lnTo>
                    <a:lnTo>
                      <a:pt x="26113" y="56552"/>
                    </a:lnTo>
                    <a:lnTo>
                      <a:pt x="26561" y="56469"/>
                    </a:lnTo>
                    <a:lnTo>
                      <a:pt x="27006" y="56367"/>
                    </a:lnTo>
                    <a:lnTo>
                      <a:pt x="27448" y="56247"/>
                    </a:lnTo>
                    <a:lnTo>
                      <a:pt x="27885" y="56109"/>
                    </a:lnTo>
                    <a:lnTo>
                      <a:pt x="28317" y="55952"/>
                    </a:lnTo>
                    <a:lnTo>
                      <a:pt x="28743" y="55777"/>
                    </a:lnTo>
                    <a:lnTo>
                      <a:pt x="30525" y="54915"/>
                    </a:lnTo>
                    <a:lnTo>
                      <a:pt x="32240" y="53920"/>
                    </a:lnTo>
                    <a:lnTo>
                      <a:pt x="33884" y="52800"/>
                    </a:lnTo>
                    <a:lnTo>
                      <a:pt x="35455" y="51564"/>
                    </a:lnTo>
                    <a:lnTo>
                      <a:pt x="36951" y="50221"/>
                    </a:lnTo>
                    <a:lnTo>
                      <a:pt x="38368" y="48778"/>
                    </a:lnTo>
                    <a:lnTo>
                      <a:pt x="39706" y="47246"/>
                    </a:lnTo>
                    <a:lnTo>
                      <a:pt x="40960" y="45632"/>
                    </a:lnTo>
                    <a:lnTo>
                      <a:pt x="42129" y="43946"/>
                    </a:lnTo>
                    <a:lnTo>
                      <a:pt x="43209" y="42195"/>
                    </a:lnTo>
                    <a:lnTo>
                      <a:pt x="44199" y="40390"/>
                    </a:lnTo>
                    <a:lnTo>
                      <a:pt x="45095" y="38537"/>
                    </a:lnTo>
                    <a:lnTo>
                      <a:pt x="45896" y="36647"/>
                    </a:lnTo>
                    <a:lnTo>
                      <a:pt x="46598" y="34728"/>
                    </a:lnTo>
                    <a:lnTo>
                      <a:pt x="47199" y="32788"/>
                    </a:lnTo>
                    <a:lnTo>
                      <a:pt x="47696" y="30836"/>
                    </a:lnTo>
                    <a:lnTo>
                      <a:pt x="48087" y="28882"/>
                    </a:lnTo>
                    <a:lnTo>
                      <a:pt x="48370" y="26933"/>
                    </a:lnTo>
                    <a:lnTo>
                      <a:pt x="48542" y="24998"/>
                    </a:lnTo>
                    <a:lnTo>
                      <a:pt x="48600" y="23086"/>
                    </a:lnTo>
                    <a:lnTo>
                      <a:pt x="48519" y="21192"/>
                    </a:lnTo>
                    <a:lnTo>
                      <a:pt x="48281" y="19341"/>
                    </a:lnTo>
                    <a:lnTo>
                      <a:pt x="47893" y="17538"/>
                    </a:lnTo>
                    <a:lnTo>
                      <a:pt x="47361" y="15789"/>
                    </a:lnTo>
                    <a:lnTo>
                      <a:pt x="46690" y="14100"/>
                    </a:lnTo>
                    <a:lnTo>
                      <a:pt x="45887" y="12476"/>
                    </a:lnTo>
                    <a:lnTo>
                      <a:pt x="44959" y="10925"/>
                    </a:lnTo>
                    <a:lnTo>
                      <a:pt x="43911" y="9451"/>
                    </a:lnTo>
                    <a:lnTo>
                      <a:pt x="42750" y="8061"/>
                    </a:lnTo>
                    <a:lnTo>
                      <a:pt x="41482" y="6761"/>
                    </a:lnTo>
                    <a:lnTo>
                      <a:pt x="40114" y="5557"/>
                    </a:lnTo>
                    <a:lnTo>
                      <a:pt x="38651" y="4454"/>
                    </a:lnTo>
                    <a:lnTo>
                      <a:pt x="37100" y="3458"/>
                    </a:lnTo>
                    <a:lnTo>
                      <a:pt x="35467" y="2576"/>
                    </a:lnTo>
                    <a:lnTo>
                      <a:pt x="33758" y="1814"/>
                    </a:lnTo>
                    <a:lnTo>
                      <a:pt x="31980" y="1176"/>
                    </a:lnTo>
                    <a:lnTo>
                      <a:pt x="30139" y="670"/>
                    </a:lnTo>
                    <a:lnTo>
                      <a:pt x="28241" y="302"/>
                    </a:lnTo>
                    <a:lnTo>
                      <a:pt x="26292" y="76"/>
                    </a:lnTo>
                    <a:close/>
                  </a:path>
                </a:pathLst>
              </a:custGeom>
              <a:solidFill>
                <a:srgbClr val="77519D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" name="pg134"/>
              <p:cNvSpPr/>
              <p:nvPr/>
            </p:nvSpPr>
            <p:spPr>
              <a:xfrm>
                <a:off x="4819500" y="949500"/>
                <a:ext cx="16200" cy="16200"/>
              </a:xfrm>
              <a:custGeom>
                <a:avLst/>
                <a:gdLst/>
                <a:ahLst/>
                <a:cxnLst/>
                <a:rect l="0" t="0" r="0" b="0"/>
                <a:pathLst>
                  <a:path w="16200" h="16200">
                    <a:moveTo>
                      <a:pt x="8100" y="16200"/>
                    </a:moveTo>
                    <a:lnTo>
                      <a:pt x="8764" y="16173"/>
                    </a:lnTo>
                    <a:lnTo>
                      <a:pt x="9413" y="16093"/>
                    </a:lnTo>
                    <a:lnTo>
                      <a:pt x="10046" y="15964"/>
                    </a:lnTo>
                    <a:lnTo>
                      <a:pt x="10660" y="15787"/>
                    </a:lnTo>
                    <a:lnTo>
                      <a:pt x="11252" y="15563"/>
                    </a:lnTo>
                    <a:lnTo>
                      <a:pt x="11822" y="15295"/>
                    </a:lnTo>
                    <a:lnTo>
                      <a:pt x="12366" y="14986"/>
                    </a:lnTo>
                    <a:lnTo>
                      <a:pt x="12883" y="14637"/>
                    </a:lnTo>
                    <a:lnTo>
                      <a:pt x="13371" y="14250"/>
                    </a:lnTo>
                    <a:lnTo>
                      <a:pt x="13827" y="13827"/>
                    </a:lnTo>
                    <a:lnTo>
                      <a:pt x="14250" y="13371"/>
                    </a:lnTo>
                    <a:lnTo>
                      <a:pt x="14637" y="12883"/>
                    </a:lnTo>
                    <a:lnTo>
                      <a:pt x="14986" y="12366"/>
                    </a:lnTo>
                    <a:lnTo>
                      <a:pt x="15295" y="11822"/>
                    </a:lnTo>
                    <a:lnTo>
                      <a:pt x="15563" y="11252"/>
                    </a:lnTo>
                    <a:lnTo>
                      <a:pt x="15787" y="10660"/>
                    </a:lnTo>
                    <a:lnTo>
                      <a:pt x="15964" y="10046"/>
                    </a:lnTo>
                    <a:lnTo>
                      <a:pt x="16093" y="9413"/>
                    </a:lnTo>
                    <a:lnTo>
                      <a:pt x="16173" y="8764"/>
                    </a:lnTo>
                    <a:lnTo>
                      <a:pt x="16200" y="8100"/>
                    </a:lnTo>
                    <a:lnTo>
                      <a:pt x="16173" y="7435"/>
                    </a:lnTo>
                    <a:lnTo>
                      <a:pt x="16093" y="6786"/>
                    </a:lnTo>
                    <a:lnTo>
                      <a:pt x="15964" y="6153"/>
                    </a:lnTo>
                    <a:lnTo>
                      <a:pt x="15787" y="5539"/>
                    </a:lnTo>
                    <a:lnTo>
                      <a:pt x="15563" y="4947"/>
                    </a:lnTo>
                    <a:lnTo>
                      <a:pt x="15295" y="4377"/>
                    </a:lnTo>
                    <a:lnTo>
                      <a:pt x="14986" y="3833"/>
                    </a:lnTo>
                    <a:lnTo>
                      <a:pt x="14637" y="3316"/>
                    </a:lnTo>
                    <a:lnTo>
                      <a:pt x="14250" y="2828"/>
                    </a:lnTo>
                    <a:lnTo>
                      <a:pt x="13827" y="2372"/>
                    </a:lnTo>
                    <a:lnTo>
                      <a:pt x="13371" y="1949"/>
                    </a:lnTo>
                    <a:lnTo>
                      <a:pt x="12883" y="1562"/>
                    </a:lnTo>
                    <a:lnTo>
                      <a:pt x="12366" y="1213"/>
                    </a:lnTo>
                    <a:lnTo>
                      <a:pt x="11822" y="904"/>
                    </a:lnTo>
                    <a:lnTo>
                      <a:pt x="11252" y="636"/>
                    </a:lnTo>
                    <a:lnTo>
                      <a:pt x="10660" y="412"/>
                    </a:lnTo>
                    <a:lnTo>
                      <a:pt x="10046" y="235"/>
                    </a:lnTo>
                    <a:lnTo>
                      <a:pt x="9413" y="106"/>
                    </a:lnTo>
                    <a:lnTo>
                      <a:pt x="8764" y="26"/>
                    </a:lnTo>
                    <a:lnTo>
                      <a:pt x="8100" y="0"/>
                    </a:lnTo>
                    <a:lnTo>
                      <a:pt x="7435" y="26"/>
                    </a:lnTo>
                    <a:lnTo>
                      <a:pt x="6786" y="106"/>
                    </a:lnTo>
                    <a:lnTo>
                      <a:pt x="6153" y="235"/>
                    </a:lnTo>
                    <a:lnTo>
                      <a:pt x="5539" y="412"/>
                    </a:lnTo>
                    <a:lnTo>
                      <a:pt x="4947" y="636"/>
                    </a:lnTo>
                    <a:lnTo>
                      <a:pt x="4377" y="904"/>
                    </a:lnTo>
                    <a:lnTo>
                      <a:pt x="3833" y="1213"/>
                    </a:lnTo>
                    <a:lnTo>
                      <a:pt x="3316" y="1562"/>
                    </a:lnTo>
                    <a:lnTo>
                      <a:pt x="2828" y="1949"/>
                    </a:lnTo>
                    <a:lnTo>
                      <a:pt x="2372" y="2372"/>
                    </a:lnTo>
                    <a:lnTo>
                      <a:pt x="1949" y="2828"/>
                    </a:lnTo>
                    <a:lnTo>
                      <a:pt x="1562" y="3316"/>
                    </a:lnTo>
                    <a:lnTo>
                      <a:pt x="1213" y="3833"/>
                    </a:lnTo>
                    <a:lnTo>
                      <a:pt x="904" y="4377"/>
                    </a:lnTo>
                    <a:lnTo>
                      <a:pt x="636" y="4947"/>
                    </a:lnTo>
                    <a:lnTo>
                      <a:pt x="412" y="5539"/>
                    </a:lnTo>
                    <a:lnTo>
                      <a:pt x="235" y="6153"/>
                    </a:lnTo>
                    <a:lnTo>
                      <a:pt x="106" y="6786"/>
                    </a:lnTo>
                    <a:lnTo>
                      <a:pt x="26" y="7435"/>
                    </a:lnTo>
                    <a:lnTo>
                      <a:pt x="0" y="8100"/>
                    </a:lnTo>
                    <a:lnTo>
                      <a:pt x="26" y="8764"/>
                    </a:lnTo>
                    <a:lnTo>
                      <a:pt x="106" y="9413"/>
                    </a:lnTo>
                    <a:lnTo>
                      <a:pt x="235" y="10046"/>
                    </a:lnTo>
                    <a:lnTo>
                      <a:pt x="412" y="10660"/>
                    </a:lnTo>
                    <a:lnTo>
                      <a:pt x="636" y="11252"/>
                    </a:lnTo>
                    <a:lnTo>
                      <a:pt x="904" y="11822"/>
                    </a:lnTo>
                    <a:lnTo>
                      <a:pt x="1213" y="12366"/>
                    </a:lnTo>
                    <a:lnTo>
                      <a:pt x="1562" y="12883"/>
                    </a:lnTo>
                    <a:lnTo>
                      <a:pt x="1949" y="13371"/>
                    </a:lnTo>
                    <a:lnTo>
                      <a:pt x="2372" y="13827"/>
                    </a:lnTo>
                    <a:lnTo>
                      <a:pt x="2828" y="14250"/>
                    </a:lnTo>
                    <a:lnTo>
                      <a:pt x="3316" y="14637"/>
                    </a:lnTo>
                    <a:lnTo>
                      <a:pt x="3833" y="14986"/>
                    </a:lnTo>
                    <a:lnTo>
                      <a:pt x="4377" y="15295"/>
                    </a:lnTo>
                    <a:lnTo>
                      <a:pt x="4947" y="15563"/>
                    </a:lnTo>
                    <a:lnTo>
                      <a:pt x="5539" y="15787"/>
                    </a:lnTo>
                    <a:lnTo>
                      <a:pt x="6153" y="15964"/>
                    </a:lnTo>
                    <a:lnTo>
                      <a:pt x="6786" y="16093"/>
                    </a:lnTo>
                    <a:lnTo>
                      <a:pt x="7435" y="16173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" name="pl135"/>
              <p:cNvSpPr/>
              <p:nvPr/>
            </p:nvSpPr>
            <p:spPr>
              <a:xfrm>
                <a:off x="4788000" y="997200"/>
                <a:ext cx="39599" cy="28800"/>
              </a:xfrm>
              <a:custGeom>
                <a:avLst/>
                <a:gdLst/>
                <a:ahLst/>
                <a:cxnLst/>
                <a:rect l="0" t="0" r="0" b="0"/>
                <a:pathLst>
                  <a:path w="39599" h="28800">
                    <a:moveTo>
                      <a:pt x="0" y="28800"/>
                    </a:moveTo>
                    <a:lnTo>
                      <a:pt x="39599" y="0"/>
                    </a:lnTo>
                  </a:path>
                </a:pathLst>
              </a:custGeom>
              <a:ln w="3238" cap="rnd">
                <a:solidFill>
                  <a:srgbClr val="77519D">
                    <a:alpha val="67843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" name="pt136"/>
              <p:cNvSpPr/>
              <p:nvPr/>
            </p:nvSpPr>
            <p:spPr>
              <a:xfrm>
                <a:off x="4780440" y="1018440"/>
                <a:ext cx="15120" cy="15120"/>
              </a:xfrm>
              <a:prstGeom prst="ellipse">
                <a:avLst/>
              </a:prstGeom>
              <a:solidFill>
                <a:srgbClr val="77519D">
                  <a:alpha val="8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" name="pl137"/>
              <p:cNvSpPr/>
              <p:nvPr/>
            </p:nvSpPr>
            <p:spPr>
              <a:xfrm>
                <a:off x="4827600" y="997200"/>
                <a:ext cx="32399" cy="28800"/>
              </a:xfrm>
              <a:custGeom>
                <a:avLst/>
                <a:gdLst/>
                <a:ahLst/>
                <a:cxnLst/>
                <a:rect l="0" t="0" r="0" b="0"/>
                <a:pathLst>
                  <a:path w="32399" h="28800">
                    <a:moveTo>
                      <a:pt x="32399" y="28800"/>
                    </a:moveTo>
                    <a:lnTo>
                      <a:pt x="0" y="0"/>
                    </a:lnTo>
                  </a:path>
                </a:pathLst>
              </a:custGeom>
              <a:ln w="3238" cap="rnd">
                <a:solidFill>
                  <a:srgbClr val="77519D">
                    <a:alpha val="67843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" name="pt138"/>
              <p:cNvSpPr/>
              <p:nvPr/>
            </p:nvSpPr>
            <p:spPr>
              <a:xfrm>
                <a:off x="4852440" y="1018440"/>
                <a:ext cx="15120" cy="15120"/>
              </a:xfrm>
              <a:prstGeom prst="ellipse">
                <a:avLst/>
              </a:prstGeom>
              <a:solidFill>
                <a:srgbClr val="77519D">
                  <a:alpha val="8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" name="tx139"/>
              <p:cNvSpPr/>
              <p:nvPr/>
            </p:nvSpPr>
            <p:spPr>
              <a:xfrm>
                <a:off x="2500542" y="1099505"/>
                <a:ext cx="276514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77519D">
                        <a:alpha val="100000"/>
                      </a:srgbClr>
                    </a:solidFill>
                    <a:latin typeface="Arial"/>
                    <a:cs typeface="Arial"/>
                  </a:rPr>
                  <a:t>TTWA A</a:t>
                </a:r>
              </a:p>
            </p:txBody>
          </p:sp>
          <p:sp>
            <p:nvSpPr>
              <p:cNvPr id="141" name="tx140"/>
              <p:cNvSpPr/>
              <p:nvPr/>
            </p:nvSpPr>
            <p:spPr>
              <a:xfrm>
                <a:off x="4608039" y="1099505"/>
                <a:ext cx="280720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77519D">
                        <a:alpha val="100000"/>
                      </a:srgbClr>
                    </a:solidFill>
                    <a:latin typeface="Arial"/>
                    <a:cs typeface="Arial"/>
                  </a:rPr>
                  <a:t>TTWA B</a:t>
                </a:r>
              </a:p>
            </p:txBody>
          </p:sp>
          <p:sp>
            <p:nvSpPr>
              <p:cNvPr id="142" name="pg141"/>
              <p:cNvSpPr/>
              <p:nvPr/>
            </p:nvSpPr>
            <p:spPr>
              <a:xfrm>
                <a:off x="2426400" y="1191600"/>
                <a:ext cx="162000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2000" h="104400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2000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3" name="pg142"/>
              <p:cNvSpPr/>
              <p:nvPr/>
            </p:nvSpPr>
            <p:spPr>
              <a:xfrm>
                <a:off x="2570400" y="1191600"/>
                <a:ext cx="140400" cy="97200"/>
              </a:xfrm>
              <a:custGeom>
                <a:avLst/>
                <a:gdLst/>
                <a:ahLst/>
                <a:cxnLst/>
                <a:rect l="0" t="0" r="0" b="0"/>
                <a:pathLst>
                  <a:path w="140400" h="97200">
                    <a:moveTo>
                      <a:pt x="0" y="0"/>
                    </a:moveTo>
                    <a:lnTo>
                      <a:pt x="140400" y="14400"/>
                    </a:lnTo>
                    <a:lnTo>
                      <a:pt x="125999" y="97200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4" name="pg143"/>
              <p:cNvSpPr/>
              <p:nvPr/>
            </p:nvSpPr>
            <p:spPr>
              <a:xfrm>
                <a:off x="2696400" y="1206000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5" name="pg144"/>
              <p:cNvSpPr/>
              <p:nvPr/>
            </p:nvSpPr>
            <p:spPr>
              <a:xfrm>
                <a:off x="2437200" y="12780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6" name="pg145"/>
              <p:cNvSpPr/>
              <p:nvPr/>
            </p:nvSpPr>
            <p:spPr>
              <a:xfrm>
                <a:off x="2570400" y="1278000"/>
                <a:ext cx="158400" cy="100799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799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799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7" name="pg146"/>
              <p:cNvSpPr/>
              <p:nvPr/>
            </p:nvSpPr>
            <p:spPr>
              <a:xfrm>
                <a:off x="2696400" y="1288800"/>
                <a:ext cx="136800" cy="89999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89999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199"/>
                    </a:lnTo>
                    <a:lnTo>
                      <a:pt x="32400" y="899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8" name="pt147"/>
              <p:cNvSpPr/>
              <p:nvPr/>
            </p:nvSpPr>
            <p:spPr>
              <a:xfrm>
                <a:off x="2508840" y="12387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9" name="pg148"/>
              <p:cNvSpPr/>
              <p:nvPr/>
            </p:nvSpPr>
            <p:spPr>
              <a:xfrm>
                <a:off x="2497050" y="1267200"/>
                <a:ext cx="45900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900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900" y="17850"/>
                    </a:lnTo>
                    <a:lnTo>
                      <a:pt x="45900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0" name="pt149"/>
              <p:cNvSpPr/>
              <p:nvPr/>
            </p:nvSpPr>
            <p:spPr>
              <a:xfrm>
                <a:off x="2649240" y="12819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1" name="pg150"/>
              <p:cNvSpPr/>
              <p:nvPr/>
            </p:nvSpPr>
            <p:spPr>
              <a:xfrm>
                <a:off x="2637450" y="13104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49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50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2" name="pt151"/>
              <p:cNvSpPr/>
              <p:nvPr/>
            </p:nvSpPr>
            <p:spPr>
              <a:xfrm>
                <a:off x="2753640" y="12423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3" name="pg152"/>
              <p:cNvSpPr/>
              <p:nvPr/>
            </p:nvSpPr>
            <p:spPr>
              <a:xfrm>
                <a:off x="2741849" y="12708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49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49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4" name="pg153"/>
              <p:cNvSpPr/>
              <p:nvPr/>
            </p:nvSpPr>
            <p:spPr>
              <a:xfrm>
                <a:off x="4536000" y="1191600"/>
                <a:ext cx="161999" cy="104400"/>
              </a:xfrm>
              <a:custGeom>
                <a:avLst/>
                <a:gdLst/>
                <a:ahLst/>
                <a:cxnLst/>
                <a:rect l="0" t="0" r="0" b="0"/>
                <a:pathLst>
                  <a:path w="161999" h="104400">
                    <a:moveTo>
                      <a:pt x="0" y="32400"/>
                    </a:moveTo>
                    <a:lnTo>
                      <a:pt x="143999" y="0"/>
                    </a:lnTo>
                    <a:lnTo>
                      <a:pt x="161999" y="86400"/>
                    </a:lnTo>
                    <a:lnTo>
                      <a:pt x="10799" y="104400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5" name="pg154"/>
              <p:cNvSpPr/>
              <p:nvPr/>
            </p:nvSpPr>
            <p:spPr>
              <a:xfrm>
                <a:off x="4680000" y="1191600"/>
                <a:ext cx="140399" cy="97200"/>
              </a:xfrm>
              <a:custGeom>
                <a:avLst/>
                <a:gdLst/>
                <a:ahLst/>
                <a:cxnLst/>
                <a:rect l="0" t="0" r="0" b="0"/>
                <a:pathLst>
                  <a:path w="140399" h="97200">
                    <a:moveTo>
                      <a:pt x="0" y="0"/>
                    </a:moveTo>
                    <a:lnTo>
                      <a:pt x="140399" y="14400"/>
                    </a:lnTo>
                    <a:lnTo>
                      <a:pt x="125999" y="97200"/>
                    </a:lnTo>
                    <a:lnTo>
                      <a:pt x="18000" y="86400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6" name="pg155"/>
              <p:cNvSpPr/>
              <p:nvPr/>
            </p:nvSpPr>
            <p:spPr>
              <a:xfrm>
                <a:off x="4805999" y="1206000"/>
                <a:ext cx="151200" cy="118800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118800">
                    <a:moveTo>
                      <a:pt x="14400" y="0"/>
                    </a:moveTo>
                    <a:lnTo>
                      <a:pt x="151200" y="39600"/>
                    </a:lnTo>
                    <a:lnTo>
                      <a:pt x="136800" y="118800"/>
                    </a:lnTo>
                    <a:lnTo>
                      <a:pt x="0" y="827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7" name="pg156"/>
              <p:cNvSpPr/>
              <p:nvPr/>
            </p:nvSpPr>
            <p:spPr>
              <a:xfrm>
                <a:off x="4546799" y="1278000"/>
                <a:ext cx="151200" cy="93599"/>
              </a:xfrm>
              <a:custGeom>
                <a:avLst/>
                <a:gdLst/>
                <a:ahLst/>
                <a:cxnLst/>
                <a:rect l="0" t="0" r="0" b="0"/>
                <a:pathLst>
                  <a:path w="151200" h="93599">
                    <a:moveTo>
                      <a:pt x="0" y="17999"/>
                    </a:moveTo>
                    <a:lnTo>
                      <a:pt x="151200" y="0"/>
                    </a:lnTo>
                    <a:lnTo>
                      <a:pt x="133200" y="93599"/>
                    </a:lnTo>
                    <a:lnTo>
                      <a:pt x="14400" y="647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8" name="pg157"/>
              <p:cNvSpPr/>
              <p:nvPr/>
            </p:nvSpPr>
            <p:spPr>
              <a:xfrm>
                <a:off x="4680000" y="1278000"/>
                <a:ext cx="158400" cy="100799"/>
              </a:xfrm>
              <a:custGeom>
                <a:avLst/>
                <a:gdLst/>
                <a:ahLst/>
                <a:cxnLst/>
                <a:rect l="0" t="0" r="0" b="0"/>
                <a:pathLst>
                  <a:path w="158400" h="100799">
                    <a:moveTo>
                      <a:pt x="18000" y="0"/>
                    </a:moveTo>
                    <a:lnTo>
                      <a:pt x="125999" y="10799"/>
                    </a:lnTo>
                    <a:lnTo>
                      <a:pt x="158400" y="100799"/>
                    </a:lnTo>
                    <a:lnTo>
                      <a:pt x="0" y="935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9" name="pg158"/>
              <p:cNvSpPr/>
              <p:nvPr/>
            </p:nvSpPr>
            <p:spPr>
              <a:xfrm>
                <a:off x="4805999" y="1288800"/>
                <a:ext cx="136800" cy="89999"/>
              </a:xfrm>
              <a:custGeom>
                <a:avLst/>
                <a:gdLst/>
                <a:ahLst/>
                <a:cxnLst/>
                <a:rect l="0" t="0" r="0" b="0"/>
                <a:pathLst>
                  <a:path w="136800" h="89999">
                    <a:moveTo>
                      <a:pt x="0" y="0"/>
                    </a:moveTo>
                    <a:lnTo>
                      <a:pt x="136800" y="36000"/>
                    </a:lnTo>
                    <a:lnTo>
                      <a:pt x="122400" y="79199"/>
                    </a:lnTo>
                    <a:lnTo>
                      <a:pt x="32400" y="89999"/>
                    </a:lnTo>
                    <a:close/>
                  </a:path>
                </a:pathLst>
              </a:custGeom>
              <a:solidFill>
                <a:srgbClr val="7F9FB8">
                  <a:alpha val="10196"/>
                </a:srgbClr>
              </a:solidFill>
              <a:ln w="400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0" name="pt159"/>
              <p:cNvSpPr/>
              <p:nvPr/>
            </p:nvSpPr>
            <p:spPr>
              <a:xfrm>
                <a:off x="4596840" y="12207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1" name="pg160"/>
              <p:cNvSpPr/>
              <p:nvPr/>
            </p:nvSpPr>
            <p:spPr>
              <a:xfrm>
                <a:off x="4585050" y="12492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50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2" name="pt161"/>
              <p:cNvSpPr/>
              <p:nvPr/>
            </p:nvSpPr>
            <p:spPr>
              <a:xfrm>
                <a:off x="4690440" y="12207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3" name="pg162"/>
              <p:cNvSpPr/>
              <p:nvPr/>
            </p:nvSpPr>
            <p:spPr>
              <a:xfrm>
                <a:off x="4678650" y="1249200"/>
                <a:ext cx="45900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900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900" y="17850"/>
                    </a:lnTo>
                    <a:lnTo>
                      <a:pt x="45900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4" name="pt163"/>
              <p:cNvSpPr/>
              <p:nvPr/>
            </p:nvSpPr>
            <p:spPr>
              <a:xfrm>
                <a:off x="4784040" y="12207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5" name="pg164"/>
              <p:cNvSpPr/>
              <p:nvPr/>
            </p:nvSpPr>
            <p:spPr>
              <a:xfrm>
                <a:off x="4772250" y="1249200"/>
                <a:ext cx="45900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900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900" y="17850"/>
                    </a:lnTo>
                    <a:lnTo>
                      <a:pt x="45900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6" name="pt165"/>
              <p:cNvSpPr/>
              <p:nvPr/>
            </p:nvSpPr>
            <p:spPr>
              <a:xfrm>
                <a:off x="4877640" y="12207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7" name="pg166"/>
              <p:cNvSpPr/>
              <p:nvPr/>
            </p:nvSpPr>
            <p:spPr>
              <a:xfrm>
                <a:off x="4865850" y="12492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50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50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8" name="pt167"/>
              <p:cNvSpPr/>
              <p:nvPr/>
            </p:nvSpPr>
            <p:spPr>
              <a:xfrm>
                <a:off x="4596840" y="12963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9" name="pg168"/>
              <p:cNvSpPr/>
              <p:nvPr/>
            </p:nvSpPr>
            <p:spPr>
              <a:xfrm>
                <a:off x="4585050" y="13248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49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49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0" name="pt169"/>
              <p:cNvSpPr/>
              <p:nvPr/>
            </p:nvSpPr>
            <p:spPr>
              <a:xfrm>
                <a:off x="4690440" y="12963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1" name="pg170"/>
              <p:cNvSpPr/>
              <p:nvPr/>
            </p:nvSpPr>
            <p:spPr>
              <a:xfrm>
                <a:off x="4678650" y="1324800"/>
                <a:ext cx="45900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900" h="25499">
                    <a:moveTo>
                      <a:pt x="0" y="25499"/>
                    </a:moveTo>
                    <a:lnTo>
                      <a:pt x="0" y="17849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900" y="17849"/>
                    </a:lnTo>
                    <a:lnTo>
                      <a:pt x="45900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2" name="pt171"/>
              <p:cNvSpPr/>
              <p:nvPr/>
            </p:nvSpPr>
            <p:spPr>
              <a:xfrm>
                <a:off x="4784040" y="12963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3" name="pg172"/>
              <p:cNvSpPr/>
              <p:nvPr/>
            </p:nvSpPr>
            <p:spPr>
              <a:xfrm>
                <a:off x="4772250" y="1324800"/>
                <a:ext cx="45900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900" h="25499">
                    <a:moveTo>
                      <a:pt x="0" y="25499"/>
                    </a:moveTo>
                    <a:lnTo>
                      <a:pt x="0" y="17849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900" y="17849"/>
                    </a:lnTo>
                    <a:lnTo>
                      <a:pt x="45900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4" name="pt173"/>
              <p:cNvSpPr/>
              <p:nvPr/>
            </p:nvSpPr>
            <p:spPr>
              <a:xfrm>
                <a:off x="4877640" y="1296360"/>
                <a:ext cx="22320" cy="22320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5" name="pg174"/>
              <p:cNvSpPr/>
              <p:nvPr/>
            </p:nvSpPr>
            <p:spPr>
              <a:xfrm>
                <a:off x="4865850" y="1324800"/>
                <a:ext cx="45899" cy="25499"/>
              </a:xfrm>
              <a:custGeom>
                <a:avLst/>
                <a:gdLst/>
                <a:ahLst/>
                <a:cxnLst/>
                <a:rect l="0" t="0" r="0" b="0"/>
                <a:pathLst>
                  <a:path w="45899" h="25499">
                    <a:moveTo>
                      <a:pt x="0" y="25499"/>
                    </a:moveTo>
                    <a:lnTo>
                      <a:pt x="0" y="17849"/>
                    </a:lnTo>
                    <a:lnTo>
                      <a:pt x="75" y="15994"/>
                    </a:lnTo>
                    <a:lnTo>
                      <a:pt x="298" y="14251"/>
                    </a:lnTo>
                    <a:lnTo>
                      <a:pt x="662" y="12620"/>
                    </a:lnTo>
                    <a:lnTo>
                      <a:pt x="1162" y="11097"/>
                    </a:lnTo>
                    <a:lnTo>
                      <a:pt x="1792" y="9682"/>
                    </a:lnTo>
                    <a:lnTo>
                      <a:pt x="2547" y="8371"/>
                    </a:lnTo>
                    <a:lnTo>
                      <a:pt x="3420" y="7164"/>
                    </a:lnTo>
                    <a:lnTo>
                      <a:pt x="4406" y="6058"/>
                    </a:lnTo>
                    <a:lnTo>
                      <a:pt x="5499" y="5052"/>
                    </a:lnTo>
                    <a:lnTo>
                      <a:pt x="6693" y="4143"/>
                    </a:lnTo>
                    <a:lnTo>
                      <a:pt x="7983" y="3330"/>
                    </a:lnTo>
                    <a:lnTo>
                      <a:pt x="9363" y="2611"/>
                    </a:lnTo>
                    <a:lnTo>
                      <a:pt x="10827" y="1983"/>
                    </a:lnTo>
                    <a:lnTo>
                      <a:pt x="12370" y="1445"/>
                    </a:lnTo>
                    <a:lnTo>
                      <a:pt x="13985" y="996"/>
                    </a:lnTo>
                    <a:lnTo>
                      <a:pt x="15667" y="632"/>
                    </a:lnTo>
                    <a:lnTo>
                      <a:pt x="17410" y="352"/>
                    </a:lnTo>
                    <a:lnTo>
                      <a:pt x="19209" y="155"/>
                    </a:lnTo>
                    <a:lnTo>
                      <a:pt x="21057" y="38"/>
                    </a:lnTo>
                    <a:lnTo>
                      <a:pt x="22950" y="0"/>
                    </a:lnTo>
                    <a:lnTo>
                      <a:pt x="24842" y="38"/>
                    </a:lnTo>
                    <a:lnTo>
                      <a:pt x="26690" y="155"/>
                    </a:lnTo>
                    <a:lnTo>
                      <a:pt x="28489" y="352"/>
                    </a:lnTo>
                    <a:lnTo>
                      <a:pt x="30232" y="632"/>
                    </a:lnTo>
                    <a:lnTo>
                      <a:pt x="31914" y="996"/>
                    </a:lnTo>
                    <a:lnTo>
                      <a:pt x="33529" y="1445"/>
                    </a:lnTo>
                    <a:lnTo>
                      <a:pt x="35072" y="1983"/>
                    </a:lnTo>
                    <a:lnTo>
                      <a:pt x="36536" y="2611"/>
                    </a:lnTo>
                    <a:lnTo>
                      <a:pt x="37916" y="3330"/>
                    </a:lnTo>
                    <a:lnTo>
                      <a:pt x="39206" y="4143"/>
                    </a:lnTo>
                    <a:lnTo>
                      <a:pt x="40400" y="5052"/>
                    </a:lnTo>
                    <a:lnTo>
                      <a:pt x="41493" y="6058"/>
                    </a:lnTo>
                    <a:lnTo>
                      <a:pt x="42479" y="7164"/>
                    </a:lnTo>
                    <a:lnTo>
                      <a:pt x="43352" y="8371"/>
                    </a:lnTo>
                    <a:lnTo>
                      <a:pt x="44107" y="9682"/>
                    </a:lnTo>
                    <a:lnTo>
                      <a:pt x="44737" y="11097"/>
                    </a:lnTo>
                    <a:lnTo>
                      <a:pt x="45237" y="12620"/>
                    </a:lnTo>
                    <a:lnTo>
                      <a:pt x="45601" y="14251"/>
                    </a:lnTo>
                    <a:lnTo>
                      <a:pt x="45824" y="15994"/>
                    </a:lnTo>
                    <a:lnTo>
                      <a:pt x="45899" y="17849"/>
                    </a:lnTo>
                    <a:lnTo>
                      <a:pt x="45899" y="25499"/>
                    </a:lnTo>
                    <a:close/>
                  </a:path>
                </a:pathLst>
              </a:custGeom>
              <a:solidFill>
                <a:srgbClr val="7F9FB8">
                  <a:alpha val="20000"/>
                </a:srgbClr>
              </a:solidFill>
              <a:ln w="3619" cap="rnd">
                <a:solidFill>
                  <a:srgbClr val="7F9FB8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6" name="tx175"/>
              <p:cNvSpPr/>
              <p:nvPr/>
            </p:nvSpPr>
            <p:spPr>
              <a:xfrm>
                <a:off x="2535107" y="1405505"/>
                <a:ext cx="207385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7F9FB8">
                        <a:alpha val="100000"/>
                      </a:srgbClr>
                    </a:solidFill>
                    <a:latin typeface="Arial"/>
                    <a:cs typeface="Arial"/>
                  </a:rPr>
                  <a:t>Lower</a:t>
                </a:r>
              </a:p>
            </p:txBody>
          </p:sp>
          <p:sp>
            <p:nvSpPr>
              <p:cNvPr id="177" name="tx176"/>
              <p:cNvSpPr/>
              <p:nvPr/>
            </p:nvSpPr>
            <p:spPr>
              <a:xfrm>
                <a:off x="4636248" y="1405505"/>
                <a:ext cx="224302" cy="5458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600" b="0" i="0">
                    <a:solidFill>
                      <a:srgbClr val="7F9FB8">
                        <a:alpha val="100000"/>
                      </a:srgbClr>
                    </a:solidFill>
                    <a:latin typeface="Arial"/>
                    <a:cs typeface="Arial"/>
                  </a:rPr>
                  <a:t>Higher</a:t>
                </a: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自定义</PresentationFormat>
  <Paragraphs>175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ran zhao</cp:lastModifiedBy>
  <cp:revision>4</cp:revision>
  <dcterms:created xsi:type="dcterms:W3CDTF">2017-02-13T16:18:36Z</dcterms:created>
  <dcterms:modified xsi:type="dcterms:W3CDTF">2026-10-12T02:51:03Z</dcterms:modified>
  <cp:category/>
</cp:coreProperties>
</file>